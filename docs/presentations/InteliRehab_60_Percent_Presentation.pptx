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40"/>
  </p:notesMasterIdLst>
  <p:sldIdLst>
    <p:sldId id="256" r:id="rId3"/>
    <p:sldId id="257" r:id="rId4"/>
    <p:sldId id="258" r:id="rId5"/>
    <p:sldId id="259" r:id="rId6"/>
    <p:sldId id="296" r:id="rId7"/>
    <p:sldId id="260" r:id="rId8"/>
    <p:sldId id="261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8" r:id="rId19"/>
    <p:sldId id="262" r:id="rId20"/>
    <p:sldId id="309" r:id="rId21"/>
    <p:sldId id="271" r:id="rId22"/>
    <p:sldId id="272" r:id="rId23"/>
    <p:sldId id="273" r:id="rId24"/>
    <p:sldId id="274" r:id="rId25"/>
    <p:sldId id="278" r:id="rId26"/>
    <p:sldId id="279" r:id="rId27"/>
    <p:sldId id="280" r:id="rId28"/>
    <p:sldId id="281" r:id="rId29"/>
    <p:sldId id="284" r:id="rId30"/>
    <p:sldId id="288" r:id="rId31"/>
    <p:sldId id="289" r:id="rId32"/>
    <p:sldId id="290" r:id="rId33"/>
    <p:sldId id="291" r:id="rId34"/>
    <p:sldId id="292" r:id="rId35"/>
    <p:sldId id="310" r:id="rId36"/>
    <p:sldId id="311" r:id="rId37"/>
    <p:sldId id="313" r:id="rId38"/>
    <p:sldId id="312" r:id="rId3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FC60D0-4554-4785-8976-D1C432BD3147}" v="45" dt="2026-07-13T14:55:11.20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hreem Zaheer" userId="0a27539d7ee2ab73" providerId="LiveId" clId="{511A9DE0-E0CA-4AED-A86D-05EEA415B234}"/>
    <pc:docChg chg="undo custSel addSld delSld modSld sldOrd">
      <pc:chgData name="Tehreem Zaheer" userId="0a27539d7ee2ab73" providerId="LiveId" clId="{511A9DE0-E0CA-4AED-A86D-05EEA415B234}" dt="2026-07-13T15:39:30.007" v="1077" actId="732"/>
      <pc:docMkLst>
        <pc:docMk/>
      </pc:docMkLst>
      <pc:sldChg chg="modSp mod">
        <pc:chgData name="Tehreem Zaheer" userId="0a27539d7ee2ab73" providerId="LiveId" clId="{511A9DE0-E0CA-4AED-A86D-05EEA415B234}" dt="2026-07-12T20:39:14.540" v="993" actId="20577"/>
        <pc:sldMkLst>
          <pc:docMk/>
          <pc:sldMk cId="0" sldId="256"/>
        </pc:sldMkLst>
        <pc:graphicFrameChg chg="modGraphic">
          <ac:chgData name="Tehreem Zaheer" userId="0a27539d7ee2ab73" providerId="LiveId" clId="{511A9DE0-E0CA-4AED-A86D-05EEA415B234}" dt="2026-07-12T20:39:14.540" v="993" actId="20577"/>
          <ac:graphicFrameMkLst>
            <pc:docMk/>
            <pc:sldMk cId="0" sldId="256"/>
            <ac:graphicFrameMk id="54" creationId="{00000000-0000-0000-0000-000000000000}"/>
          </ac:graphicFrameMkLst>
        </pc:graphicFrameChg>
      </pc:sldChg>
      <pc:sldChg chg="modSp mod">
        <pc:chgData name="Tehreem Zaheer" userId="0a27539d7ee2ab73" providerId="LiveId" clId="{511A9DE0-E0CA-4AED-A86D-05EEA415B234}" dt="2026-07-12T20:41:28.742" v="1032" actId="14100"/>
        <pc:sldMkLst>
          <pc:docMk/>
          <pc:sldMk cId="0" sldId="258"/>
        </pc:sldMkLst>
        <pc:spChg chg="mod">
          <ac:chgData name="Tehreem Zaheer" userId="0a27539d7ee2ab73" providerId="LiveId" clId="{511A9DE0-E0CA-4AED-A86D-05EEA415B234}" dt="2026-07-12T19:19:44.811" v="841" actId="20577"/>
          <ac:spMkLst>
            <pc:docMk/>
            <pc:sldMk cId="0" sldId="258"/>
            <ac:spMk id="60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20:41:28.742" v="1032" actId="14100"/>
          <ac:spMkLst>
            <pc:docMk/>
            <pc:sldMk cId="0" sldId="258"/>
            <ac:spMk id="62" creationId="{00000000-0000-0000-0000-000000000000}"/>
          </ac:spMkLst>
        </pc:spChg>
      </pc:sldChg>
      <pc:sldChg chg="modSp mod">
        <pc:chgData name="Tehreem Zaheer" userId="0a27539d7ee2ab73" providerId="LiveId" clId="{511A9DE0-E0CA-4AED-A86D-05EEA415B234}" dt="2026-07-12T20:15:28.916" v="973" actId="1076"/>
        <pc:sldMkLst>
          <pc:docMk/>
          <pc:sldMk cId="0" sldId="259"/>
        </pc:sldMkLst>
        <pc:spChg chg="mod">
          <ac:chgData name="Tehreem Zaheer" userId="0a27539d7ee2ab73" providerId="LiveId" clId="{511A9DE0-E0CA-4AED-A86D-05EEA415B234}" dt="2026-07-12T20:15:28.916" v="973" actId="1076"/>
          <ac:spMkLst>
            <pc:docMk/>
            <pc:sldMk cId="0" sldId="259"/>
            <ac:spMk id="64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1:22:48.644" v="35" actId="14100"/>
          <ac:spMkLst>
            <pc:docMk/>
            <pc:sldMk cId="0" sldId="259"/>
            <ac:spMk id="65" creationId="{00000000-0000-0000-0000-000000000000}"/>
          </ac:spMkLst>
        </pc:spChg>
      </pc:sldChg>
      <pc:sldChg chg="modSp mod">
        <pc:chgData name="Tehreem Zaheer" userId="0a27539d7ee2ab73" providerId="LiveId" clId="{511A9DE0-E0CA-4AED-A86D-05EEA415B234}" dt="2026-07-13T14:55:23.216" v="1043" actId="255"/>
        <pc:sldMkLst>
          <pc:docMk/>
          <pc:sldMk cId="0" sldId="260"/>
        </pc:sldMkLst>
        <pc:spChg chg="mod">
          <ac:chgData name="Tehreem Zaheer" userId="0a27539d7ee2ab73" providerId="LiveId" clId="{511A9DE0-E0CA-4AED-A86D-05EEA415B234}" dt="2026-07-13T14:55:23.216" v="1043" actId="255"/>
          <ac:spMkLst>
            <pc:docMk/>
            <pc:sldMk cId="0" sldId="260"/>
            <ac:spMk id="68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1:33:09.233" v="107" actId="255"/>
          <ac:spMkLst>
            <pc:docMk/>
            <pc:sldMk cId="0" sldId="260"/>
            <ac:spMk id="69" creationId="{00000000-0000-0000-0000-000000000000}"/>
          </ac:spMkLst>
        </pc:spChg>
      </pc:sldChg>
      <pc:sldChg chg="modSp mod">
        <pc:chgData name="Tehreem Zaheer" userId="0a27539d7ee2ab73" providerId="LiveId" clId="{511A9DE0-E0CA-4AED-A86D-05EEA415B234}" dt="2026-07-12T20:37:49.883" v="992" actId="20577"/>
        <pc:sldMkLst>
          <pc:docMk/>
          <pc:sldMk cId="0" sldId="261"/>
        </pc:sldMkLst>
        <pc:spChg chg="mod">
          <ac:chgData name="Tehreem Zaheer" userId="0a27539d7ee2ab73" providerId="LiveId" clId="{511A9DE0-E0CA-4AED-A86D-05EEA415B234}" dt="2026-07-12T11:34:30.350" v="118" actId="1076"/>
          <ac:spMkLst>
            <pc:docMk/>
            <pc:sldMk cId="0" sldId="261"/>
            <ac:spMk id="72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20:37:49.883" v="992" actId="20577"/>
          <ac:spMkLst>
            <pc:docMk/>
            <pc:sldMk cId="0" sldId="261"/>
            <ac:spMk id="73" creationId="{00000000-0000-0000-0000-000000000000}"/>
          </ac:spMkLst>
        </pc:spChg>
      </pc:sldChg>
      <pc:sldChg chg="modSp add del mod setBg">
        <pc:chgData name="Tehreem Zaheer" userId="0a27539d7ee2ab73" providerId="LiveId" clId="{511A9DE0-E0CA-4AED-A86D-05EEA415B234}" dt="2026-07-13T15:06:34.205" v="1059" actId="20577"/>
        <pc:sldMkLst>
          <pc:docMk/>
          <pc:sldMk cId="0" sldId="262"/>
        </pc:sldMkLst>
        <pc:spChg chg="mod">
          <ac:chgData name="Tehreem Zaheer" userId="0a27539d7ee2ab73" providerId="LiveId" clId="{511A9DE0-E0CA-4AED-A86D-05EEA415B234}" dt="2026-07-12T20:16:54.775" v="984"/>
          <ac:spMkLst>
            <pc:docMk/>
            <pc:sldMk cId="0" sldId="262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3T15:06:34.205" v="1059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del mod">
        <pc:chgData name="Tehreem Zaheer" userId="0a27539d7ee2ab73" providerId="LiveId" clId="{511A9DE0-E0CA-4AED-A86D-05EEA415B234}" dt="2026-07-12T19:26:44.762" v="869" actId="47"/>
        <pc:sldMkLst>
          <pc:docMk/>
          <pc:sldMk cId="0" sldId="263"/>
        </pc:sldMkLst>
        <pc:spChg chg="mod">
          <ac:chgData name="Tehreem Zaheer" userId="0a27539d7ee2ab73" providerId="LiveId" clId="{511A9DE0-E0CA-4AED-A86D-05EEA415B234}" dt="2026-07-12T11:35:14.143" v="123"/>
          <ac:spMkLst>
            <pc:docMk/>
            <pc:sldMk cId="0" sldId="263"/>
            <ac:spMk id="80" creationId="{00000000-0000-0000-0000-000000000000}"/>
          </ac:spMkLst>
        </pc:spChg>
      </pc:sldChg>
      <pc:sldChg chg="modSp del mod">
        <pc:chgData name="Tehreem Zaheer" userId="0a27539d7ee2ab73" providerId="LiveId" clId="{511A9DE0-E0CA-4AED-A86D-05EEA415B234}" dt="2026-07-12T19:26:48.691" v="870" actId="47"/>
        <pc:sldMkLst>
          <pc:docMk/>
          <pc:sldMk cId="0" sldId="264"/>
        </pc:sldMkLst>
        <pc:spChg chg="mod">
          <ac:chgData name="Tehreem Zaheer" userId="0a27539d7ee2ab73" providerId="LiveId" clId="{511A9DE0-E0CA-4AED-A86D-05EEA415B234}" dt="2026-07-12T11:35:22.802" v="124"/>
          <ac:spMkLst>
            <pc:docMk/>
            <pc:sldMk cId="0" sldId="264"/>
            <ac:spMk id="84" creationId="{00000000-0000-0000-0000-000000000000}"/>
          </ac:spMkLst>
        </pc:spChg>
      </pc:sldChg>
      <pc:sldChg chg="del">
        <pc:chgData name="Tehreem Zaheer" userId="0a27539d7ee2ab73" providerId="LiveId" clId="{511A9DE0-E0CA-4AED-A86D-05EEA415B234}" dt="2026-07-12T19:30:22.919" v="889" actId="47"/>
        <pc:sldMkLst>
          <pc:docMk/>
          <pc:sldMk cId="0" sldId="265"/>
        </pc:sldMkLst>
      </pc:sldChg>
      <pc:sldChg chg="modSp del mod">
        <pc:chgData name="Tehreem Zaheer" userId="0a27539d7ee2ab73" providerId="LiveId" clId="{511A9DE0-E0CA-4AED-A86D-05EEA415B234}" dt="2026-07-12T19:30:25.208" v="890" actId="47"/>
        <pc:sldMkLst>
          <pc:docMk/>
          <pc:sldMk cId="0" sldId="266"/>
        </pc:sldMkLst>
        <pc:spChg chg="mod">
          <ac:chgData name="Tehreem Zaheer" userId="0a27539d7ee2ab73" providerId="LiveId" clId="{511A9DE0-E0CA-4AED-A86D-05EEA415B234}" dt="2026-07-12T11:35:43.599" v="126" actId="20577"/>
          <ac:spMkLst>
            <pc:docMk/>
            <pc:sldMk cId="0" sldId="266"/>
            <ac:spMk id="92" creationId="{00000000-0000-0000-0000-000000000000}"/>
          </ac:spMkLst>
        </pc:spChg>
      </pc:sldChg>
      <pc:sldChg chg="modSp del mod">
        <pc:chgData name="Tehreem Zaheer" userId="0a27539d7ee2ab73" providerId="LiveId" clId="{511A9DE0-E0CA-4AED-A86D-05EEA415B234}" dt="2026-07-12T19:30:26.238" v="891" actId="47"/>
        <pc:sldMkLst>
          <pc:docMk/>
          <pc:sldMk cId="0" sldId="267"/>
        </pc:sldMkLst>
        <pc:spChg chg="mod">
          <ac:chgData name="Tehreem Zaheer" userId="0a27539d7ee2ab73" providerId="LiveId" clId="{511A9DE0-E0CA-4AED-A86D-05EEA415B234}" dt="2026-07-12T11:35:53.273" v="127"/>
          <ac:spMkLst>
            <pc:docMk/>
            <pc:sldMk cId="0" sldId="267"/>
            <ac:spMk id="96" creationId="{00000000-0000-0000-0000-000000000000}"/>
          </ac:spMkLst>
        </pc:spChg>
      </pc:sldChg>
      <pc:sldChg chg="modSp del mod">
        <pc:chgData name="Tehreem Zaheer" userId="0a27539d7ee2ab73" providerId="LiveId" clId="{511A9DE0-E0CA-4AED-A86D-05EEA415B234}" dt="2026-07-12T19:30:27.152" v="892" actId="47"/>
        <pc:sldMkLst>
          <pc:docMk/>
          <pc:sldMk cId="0" sldId="268"/>
        </pc:sldMkLst>
        <pc:spChg chg="mod">
          <ac:chgData name="Tehreem Zaheer" userId="0a27539d7ee2ab73" providerId="LiveId" clId="{511A9DE0-E0CA-4AED-A86D-05EEA415B234}" dt="2026-07-12T11:36:06.269" v="129" actId="20577"/>
          <ac:spMkLst>
            <pc:docMk/>
            <pc:sldMk cId="0" sldId="268"/>
            <ac:spMk id="100" creationId="{00000000-0000-0000-0000-000000000000}"/>
          </ac:spMkLst>
        </pc:spChg>
      </pc:sldChg>
      <pc:sldChg chg="modSp del mod">
        <pc:chgData name="Tehreem Zaheer" userId="0a27539d7ee2ab73" providerId="LiveId" clId="{511A9DE0-E0CA-4AED-A86D-05EEA415B234}" dt="2026-07-12T19:30:28.002" v="893" actId="47"/>
        <pc:sldMkLst>
          <pc:docMk/>
          <pc:sldMk cId="0" sldId="269"/>
        </pc:sldMkLst>
        <pc:spChg chg="mod">
          <ac:chgData name="Tehreem Zaheer" userId="0a27539d7ee2ab73" providerId="LiveId" clId="{511A9DE0-E0CA-4AED-A86D-05EEA415B234}" dt="2026-07-12T11:36:22.109" v="133" actId="255"/>
          <ac:spMkLst>
            <pc:docMk/>
            <pc:sldMk cId="0" sldId="269"/>
            <ac:spMk id="104" creationId="{00000000-0000-0000-0000-000000000000}"/>
          </ac:spMkLst>
        </pc:spChg>
      </pc:sldChg>
      <pc:sldChg chg="del">
        <pc:chgData name="Tehreem Zaheer" userId="0a27539d7ee2ab73" providerId="LiveId" clId="{511A9DE0-E0CA-4AED-A86D-05EEA415B234}" dt="2026-07-12T19:31:16.841" v="899" actId="47"/>
        <pc:sldMkLst>
          <pc:docMk/>
          <pc:sldMk cId="0" sldId="270"/>
        </pc:sldMkLst>
      </pc:sldChg>
      <pc:sldChg chg="modSp mod">
        <pc:chgData name="Tehreem Zaheer" userId="0a27539d7ee2ab73" providerId="LiveId" clId="{511A9DE0-E0CA-4AED-A86D-05EEA415B234}" dt="2026-07-12T19:37:38.579" v="957" actId="1076"/>
        <pc:sldMkLst>
          <pc:docMk/>
          <pc:sldMk cId="0" sldId="271"/>
        </pc:sldMkLst>
        <pc:spChg chg="mod">
          <ac:chgData name="Tehreem Zaheer" userId="0a27539d7ee2ab73" providerId="LiveId" clId="{511A9DE0-E0CA-4AED-A86D-05EEA415B234}" dt="2026-07-12T19:37:29.235" v="955" actId="1076"/>
          <ac:spMkLst>
            <pc:docMk/>
            <pc:sldMk cId="0" sldId="271"/>
            <ac:spMk id="112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9:37:38.579" v="957" actId="1076"/>
          <ac:spMkLst>
            <pc:docMk/>
            <pc:sldMk cId="0" sldId="271"/>
            <ac:spMk id="115" creationId="{00000000-0000-0000-0000-000000000000}"/>
          </ac:spMkLst>
        </pc:spChg>
      </pc:sldChg>
      <pc:sldChg chg="modSp mod">
        <pc:chgData name="Tehreem Zaheer" userId="0a27539d7ee2ab73" providerId="LiveId" clId="{511A9DE0-E0CA-4AED-A86D-05EEA415B234}" dt="2026-07-12T20:17:16.231" v="986" actId="1076"/>
        <pc:sldMkLst>
          <pc:docMk/>
          <pc:sldMk cId="0" sldId="272"/>
        </pc:sldMkLst>
        <pc:spChg chg="mod">
          <ac:chgData name="Tehreem Zaheer" userId="0a27539d7ee2ab73" providerId="LiveId" clId="{511A9DE0-E0CA-4AED-A86D-05EEA415B234}" dt="2026-07-12T20:17:16.231" v="986" actId="1076"/>
          <ac:spMkLst>
            <pc:docMk/>
            <pc:sldMk cId="0" sldId="272"/>
            <ac:spMk id="116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1:53:38.424" v="488" actId="12"/>
          <ac:spMkLst>
            <pc:docMk/>
            <pc:sldMk cId="0" sldId="272"/>
            <ac:spMk id="119" creationId="{00000000-0000-0000-0000-000000000000}"/>
          </ac:spMkLst>
        </pc:spChg>
      </pc:sldChg>
      <pc:sldChg chg="addSp modSp mod">
        <pc:chgData name="Tehreem Zaheer" userId="0a27539d7ee2ab73" providerId="LiveId" clId="{511A9DE0-E0CA-4AED-A86D-05EEA415B234}" dt="2026-07-12T20:17:23.927" v="987" actId="1076"/>
        <pc:sldMkLst>
          <pc:docMk/>
          <pc:sldMk cId="0" sldId="273"/>
        </pc:sldMkLst>
        <pc:spChg chg="mod">
          <ac:chgData name="Tehreem Zaheer" userId="0a27539d7ee2ab73" providerId="LiveId" clId="{511A9DE0-E0CA-4AED-A86D-05EEA415B234}" dt="2026-07-12T20:17:23.927" v="987" actId="1076"/>
          <ac:spMkLst>
            <pc:docMk/>
            <pc:sldMk cId="0" sldId="273"/>
            <ac:spMk id="120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1:12:53.436" v="4" actId="1076"/>
          <ac:picMkLst>
            <pc:docMk/>
            <pc:sldMk cId="0" sldId="273"/>
            <ac:picMk id="2" creationId="{676B91F0-86C6-9E55-2F9B-3BA5C5BBA228}"/>
          </ac:picMkLst>
        </pc:picChg>
      </pc:sldChg>
      <pc:sldChg chg="addSp modSp mod">
        <pc:chgData name="Tehreem Zaheer" userId="0a27539d7ee2ab73" providerId="LiveId" clId="{511A9DE0-E0CA-4AED-A86D-05EEA415B234}" dt="2026-07-12T20:17:30.523" v="989" actId="1036"/>
        <pc:sldMkLst>
          <pc:docMk/>
          <pc:sldMk cId="0" sldId="274"/>
        </pc:sldMkLst>
        <pc:spChg chg="mod">
          <ac:chgData name="Tehreem Zaheer" userId="0a27539d7ee2ab73" providerId="LiveId" clId="{511A9DE0-E0CA-4AED-A86D-05EEA415B234}" dt="2026-07-12T20:17:30.523" v="989" actId="1036"/>
          <ac:spMkLst>
            <pc:docMk/>
            <pc:sldMk cId="0" sldId="274"/>
            <ac:spMk id="124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1:13:27.530" v="6" actId="1076"/>
          <ac:picMkLst>
            <pc:docMk/>
            <pc:sldMk cId="0" sldId="274"/>
            <ac:picMk id="2" creationId="{39509DDF-BE94-C5FF-BB91-65F2646B3231}"/>
          </ac:picMkLst>
        </pc:picChg>
      </pc:sldChg>
      <pc:sldChg chg="addSp modSp mod">
        <pc:chgData name="Tehreem Zaheer" userId="0a27539d7ee2ab73" providerId="LiveId" clId="{511A9DE0-E0CA-4AED-A86D-05EEA415B234}" dt="2026-07-13T15:16:13.699" v="1062" actId="1076"/>
        <pc:sldMkLst>
          <pc:docMk/>
          <pc:sldMk cId="0" sldId="275"/>
        </pc:sldMkLst>
        <pc:spChg chg="mod">
          <ac:chgData name="Tehreem Zaheer" userId="0a27539d7ee2ab73" providerId="LiveId" clId="{511A9DE0-E0CA-4AED-A86D-05EEA415B234}" dt="2026-07-12T20:13:44.586" v="962" actId="1076"/>
          <ac:spMkLst>
            <pc:docMk/>
            <pc:sldMk cId="0" sldId="275"/>
            <ac:spMk id="128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3T15:16:13.699" v="1062" actId="1076"/>
          <ac:picMkLst>
            <pc:docMk/>
            <pc:sldMk cId="0" sldId="275"/>
            <ac:picMk id="3" creationId="{1A3732CE-8D4F-9CCD-9D1A-C1BA0A6BC866}"/>
          </ac:picMkLst>
        </pc:picChg>
      </pc:sldChg>
      <pc:sldChg chg="addSp modSp mod">
        <pc:chgData name="Tehreem Zaheer" userId="0a27539d7ee2ab73" providerId="LiveId" clId="{511A9DE0-E0CA-4AED-A86D-05EEA415B234}" dt="2026-07-13T15:17:57.535" v="1063" actId="1076"/>
        <pc:sldMkLst>
          <pc:docMk/>
          <pc:sldMk cId="0" sldId="276"/>
        </pc:sldMkLst>
        <pc:spChg chg="mod">
          <ac:chgData name="Tehreem Zaheer" userId="0a27539d7ee2ab73" providerId="LiveId" clId="{511A9DE0-E0CA-4AED-A86D-05EEA415B234}" dt="2026-07-12T20:14:28.179" v="967" actId="1076"/>
          <ac:spMkLst>
            <pc:docMk/>
            <pc:sldMk cId="0" sldId="276"/>
            <ac:spMk id="132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3T15:17:57.535" v="1063" actId="1076"/>
          <ac:picMkLst>
            <pc:docMk/>
            <pc:sldMk cId="0" sldId="276"/>
            <ac:picMk id="3" creationId="{7309E4A2-2AEE-B22E-4467-790F067E9B1C}"/>
          </ac:picMkLst>
        </pc:picChg>
      </pc:sldChg>
      <pc:sldChg chg="modSp mod">
        <pc:chgData name="Tehreem Zaheer" userId="0a27539d7ee2ab73" providerId="LiveId" clId="{511A9DE0-E0CA-4AED-A86D-05EEA415B234}" dt="2026-07-12T20:17:41.142" v="990" actId="1076"/>
        <pc:sldMkLst>
          <pc:docMk/>
          <pc:sldMk cId="0" sldId="277"/>
        </pc:sldMkLst>
        <pc:spChg chg="mod">
          <ac:chgData name="Tehreem Zaheer" userId="0a27539d7ee2ab73" providerId="LiveId" clId="{511A9DE0-E0CA-4AED-A86D-05EEA415B234}" dt="2026-07-12T20:17:41.142" v="990" actId="1076"/>
          <ac:spMkLst>
            <pc:docMk/>
            <pc:sldMk cId="0" sldId="277"/>
            <ac:spMk id="136" creationId="{00000000-0000-0000-0000-000000000000}"/>
          </ac:spMkLst>
        </pc:spChg>
      </pc:sldChg>
      <pc:sldChg chg="addSp delSp modSp mod">
        <pc:chgData name="Tehreem Zaheer" userId="0a27539d7ee2ab73" providerId="LiveId" clId="{511A9DE0-E0CA-4AED-A86D-05EEA415B234}" dt="2026-07-12T19:14:05.379" v="816" actId="27636"/>
        <pc:sldMkLst>
          <pc:docMk/>
          <pc:sldMk cId="0" sldId="278"/>
        </pc:sldMkLst>
        <pc:spChg chg="mod">
          <ac:chgData name="Tehreem Zaheer" userId="0a27539d7ee2ab73" providerId="LiveId" clId="{511A9DE0-E0CA-4AED-A86D-05EEA415B234}" dt="2026-07-12T19:14:05.379" v="816" actId="27636"/>
          <ac:spMkLst>
            <pc:docMk/>
            <pc:sldMk cId="0" sldId="278"/>
            <ac:spMk id="140" creationId="{00000000-0000-0000-0000-000000000000}"/>
          </ac:spMkLst>
        </pc:spChg>
        <pc:picChg chg="add del mod">
          <ac:chgData name="Tehreem Zaheer" userId="0a27539d7ee2ab73" providerId="LiveId" clId="{511A9DE0-E0CA-4AED-A86D-05EEA415B234}" dt="2026-07-12T18:14:04.254" v="612" actId="478"/>
          <ac:picMkLst>
            <pc:docMk/>
            <pc:sldMk cId="0" sldId="278"/>
            <ac:picMk id="3" creationId="{714E22C9-3A9E-754E-1FC4-CBB605E5227F}"/>
          </ac:picMkLst>
        </pc:picChg>
        <pc:picChg chg="add mod">
          <ac:chgData name="Tehreem Zaheer" userId="0a27539d7ee2ab73" providerId="LiveId" clId="{511A9DE0-E0CA-4AED-A86D-05EEA415B234}" dt="2026-07-12T18:14:45.403" v="616" actId="1076"/>
          <ac:picMkLst>
            <pc:docMk/>
            <pc:sldMk cId="0" sldId="278"/>
            <ac:picMk id="5" creationId="{94F55D39-B23C-A5E2-3DA7-C2350F6645DA}"/>
          </ac:picMkLst>
        </pc:picChg>
        <pc:picChg chg="del">
          <ac:chgData name="Tehreem Zaheer" userId="0a27539d7ee2ab73" providerId="LiveId" clId="{511A9DE0-E0CA-4AED-A86D-05EEA415B234}" dt="2026-07-12T18:11:08.587" v="609" actId="478"/>
          <ac:picMkLst>
            <pc:docMk/>
            <pc:sldMk cId="0" sldId="278"/>
            <ac:picMk id="143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14:20.299" v="819" actId="255"/>
        <pc:sldMkLst>
          <pc:docMk/>
          <pc:sldMk cId="0" sldId="279"/>
        </pc:sldMkLst>
        <pc:spChg chg="mod">
          <ac:chgData name="Tehreem Zaheer" userId="0a27539d7ee2ab73" providerId="LiveId" clId="{511A9DE0-E0CA-4AED-A86D-05EEA415B234}" dt="2026-07-12T19:14:20.299" v="819" actId="255"/>
          <ac:spMkLst>
            <pc:docMk/>
            <pc:sldMk cId="0" sldId="279"/>
            <ac:spMk id="144" creationId="{00000000-0000-0000-0000-000000000000}"/>
          </ac:spMkLst>
        </pc:spChg>
        <pc:picChg chg="add del mod">
          <ac:chgData name="Tehreem Zaheer" userId="0a27539d7ee2ab73" providerId="LiveId" clId="{511A9DE0-E0CA-4AED-A86D-05EEA415B234}" dt="2026-07-12T18:27:00.927" v="619" actId="478"/>
          <ac:picMkLst>
            <pc:docMk/>
            <pc:sldMk cId="0" sldId="279"/>
            <ac:picMk id="3" creationId="{3353A0A4-D69B-7EC7-7D47-1F1CD331E2A5}"/>
          </ac:picMkLst>
        </pc:picChg>
        <pc:picChg chg="add del mod">
          <ac:chgData name="Tehreem Zaheer" userId="0a27539d7ee2ab73" providerId="LiveId" clId="{511A9DE0-E0CA-4AED-A86D-05EEA415B234}" dt="2026-07-12T18:27:51.437" v="621" actId="478"/>
          <ac:picMkLst>
            <pc:docMk/>
            <pc:sldMk cId="0" sldId="279"/>
            <ac:picMk id="5" creationId="{02D19F05-E8A5-02A5-645C-27215B086F81}"/>
          </ac:picMkLst>
        </pc:picChg>
        <pc:picChg chg="add del mod">
          <ac:chgData name="Tehreem Zaheer" userId="0a27539d7ee2ab73" providerId="LiveId" clId="{511A9DE0-E0CA-4AED-A86D-05EEA415B234}" dt="2026-07-12T18:49:55.914" v="654" actId="478"/>
          <ac:picMkLst>
            <pc:docMk/>
            <pc:sldMk cId="0" sldId="279"/>
            <ac:picMk id="7" creationId="{27B5CE21-5B2C-A0E2-BB45-122810874A1E}"/>
          </ac:picMkLst>
        </pc:picChg>
        <pc:picChg chg="add mod">
          <ac:chgData name="Tehreem Zaheer" userId="0a27539d7ee2ab73" providerId="LiveId" clId="{511A9DE0-E0CA-4AED-A86D-05EEA415B234}" dt="2026-07-12T18:50:25.476" v="657" actId="14100"/>
          <ac:picMkLst>
            <pc:docMk/>
            <pc:sldMk cId="0" sldId="279"/>
            <ac:picMk id="9" creationId="{8BB3B4BD-037D-D202-2923-D37C96021F53}"/>
          </ac:picMkLst>
        </pc:picChg>
        <pc:picChg chg="del">
          <ac:chgData name="Tehreem Zaheer" userId="0a27539d7ee2ab73" providerId="LiveId" clId="{511A9DE0-E0CA-4AED-A86D-05EEA415B234}" dt="2026-07-12T11:54:17.445" v="491" actId="478"/>
          <ac:picMkLst>
            <pc:docMk/>
            <pc:sldMk cId="0" sldId="279"/>
            <ac:picMk id="146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8:25:00.088" v="617" actId="478"/>
          <ac:picMkLst>
            <pc:docMk/>
            <pc:sldMk cId="0" sldId="279"/>
            <ac:picMk id="147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8:59:00.451" v="720" actId="20577"/>
        <pc:sldMkLst>
          <pc:docMk/>
          <pc:sldMk cId="0" sldId="280"/>
        </pc:sldMkLst>
        <pc:spChg chg="mod">
          <ac:chgData name="Tehreem Zaheer" userId="0a27539d7ee2ab73" providerId="LiveId" clId="{511A9DE0-E0CA-4AED-A86D-05EEA415B234}" dt="2026-07-12T18:59:00.451" v="720" actId="20577"/>
          <ac:spMkLst>
            <pc:docMk/>
            <pc:sldMk cId="0" sldId="280"/>
            <ac:spMk id="148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8:56:39.494" v="662" actId="14100"/>
          <ac:picMkLst>
            <pc:docMk/>
            <pc:sldMk cId="0" sldId="280"/>
            <ac:picMk id="3" creationId="{09FA1C2E-E9BF-1318-7B9A-2126FC4D6158}"/>
          </ac:picMkLst>
        </pc:picChg>
        <pc:picChg chg="del">
          <ac:chgData name="Tehreem Zaheer" userId="0a27539d7ee2ab73" providerId="LiveId" clId="{511A9DE0-E0CA-4AED-A86D-05EEA415B234}" dt="2026-07-12T11:54:24.739" v="493" actId="478"/>
          <ac:picMkLst>
            <pc:docMk/>
            <pc:sldMk cId="0" sldId="280"/>
            <ac:picMk id="150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8:56:20.291" v="659" actId="478"/>
          <ac:picMkLst>
            <pc:docMk/>
            <pc:sldMk cId="0" sldId="280"/>
            <ac:picMk id="151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07:46.576" v="775" actId="14100"/>
        <pc:sldMkLst>
          <pc:docMk/>
          <pc:sldMk cId="0" sldId="281"/>
        </pc:sldMkLst>
        <pc:spChg chg="mod">
          <ac:chgData name="Tehreem Zaheer" userId="0a27539d7ee2ab73" providerId="LiveId" clId="{511A9DE0-E0CA-4AED-A86D-05EEA415B234}" dt="2026-07-12T19:07:40.726" v="774" actId="14100"/>
          <ac:spMkLst>
            <pc:docMk/>
            <pc:sldMk cId="0" sldId="281"/>
            <ac:spMk id="152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9:07:46.576" v="775" actId="14100"/>
          <ac:picMkLst>
            <pc:docMk/>
            <pc:sldMk cId="0" sldId="281"/>
            <ac:picMk id="3" creationId="{26E79114-3A1C-D76A-80D4-8492D91A694C}"/>
          </ac:picMkLst>
        </pc:picChg>
        <pc:picChg chg="del">
          <ac:chgData name="Tehreem Zaheer" userId="0a27539d7ee2ab73" providerId="LiveId" clId="{511A9DE0-E0CA-4AED-A86D-05EEA415B234}" dt="2026-07-12T11:54:37.403" v="495" actId="478"/>
          <ac:picMkLst>
            <pc:docMk/>
            <pc:sldMk cId="0" sldId="281"/>
            <ac:picMk id="154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06:14.897" v="721" actId="478"/>
          <ac:picMkLst>
            <pc:docMk/>
            <pc:sldMk cId="0" sldId="281"/>
            <ac:picMk id="155" creationId="{00000000-0000-0000-0000-000000000000}"/>
          </ac:picMkLst>
        </pc:picChg>
      </pc:sldChg>
      <pc:sldChg chg="delSp modSp del mod">
        <pc:chgData name="Tehreem Zaheer" userId="0a27539d7ee2ab73" providerId="LiveId" clId="{511A9DE0-E0CA-4AED-A86D-05EEA415B234}" dt="2026-07-12T19:07:52.433" v="776" actId="47"/>
        <pc:sldMkLst>
          <pc:docMk/>
          <pc:sldMk cId="0" sldId="282"/>
        </pc:sldMkLst>
        <pc:spChg chg="mod">
          <ac:chgData name="Tehreem Zaheer" userId="0a27539d7ee2ab73" providerId="LiveId" clId="{511A9DE0-E0CA-4AED-A86D-05EEA415B234}" dt="2026-07-12T11:54:51.576" v="498" actId="1076"/>
          <ac:spMkLst>
            <pc:docMk/>
            <pc:sldMk cId="0" sldId="282"/>
            <ac:spMk id="156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1:54:45.597" v="497" actId="478"/>
          <ac:picMkLst>
            <pc:docMk/>
            <pc:sldMk cId="0" sldId="282"/>
            <ac:picMk id="158" creationId="{00000000-0000-0000-0000-000000000000}"/>
          </ac:picMkLst>
        </pc:picChg>
      </pc:sldChg>
      <pc:sldChg chg="delSp modSp del mod">
        <pc:chgData name="Tehreem Zaheer" userId="0a27539d7ee2ab73" providerId="LiveId" clId="{511A9DE0-E0CA-4AED-A86D-05EEA415B234}" dt="2026-07-12T19:13:49.094" v="814" actId="47"/>
        <pc:sldMkLst>
          <pc:docMk/>
          <pc:sldMk cId="0" sldId="283"/>
        </pc:sldMkLst>
        <pc:spChg chg="mod">
          <ac:chgData name="Tehreem Zaheer" userId="0a27539d7ee2ab73" providerId="LiveId" clId="{511A9DE0-E0CA-4AED-A86D-05EEA415B234}" dt="2026-07-12T11:54:58.795" v="500" actId="1076"/>
          <ac:spMkLst>
            <pc:docMk/>
            <pc:sldMk cId="0" sldId="283"/>
            <ac:spMk id="160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1:54:54.754" v="499" actId="478"/>
          <ac:picMkLst>
            <pc:docMk/>
            <pc:sldMk cId="0" sldId="283"/>
            <ac:picMk id="162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20:18:07.128" v="991" actId="255"/>
        <pc:sldMkLst>
          <pc:docMk/>
          <pc:sldMk cId="0" sldId="284"/>
        </pc:sldMkLst>
        <pc:spChg chg="mod">
          <ac:chgData name="Tehreem Zaheer" userId="0a27539d7ee2ab73" providerId="LiveId" clId="{511A9DE0-E0CA-4AED-A86D-05EEA415B234}" dt="2026-07-12T20:18:07.128" v="991" actId="255"/>
          <ac:spMkLst>
            <pc:docMk/>
            <pc:sldMk cId="0" sldId="284"/>
            <ac:spMk id="164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9:13:38.463" v="813" actId="14100"/>
          <ac:picMkLst>
            <pc:docMk/>
            <pc:sldMk cId="0" sldId="284"/>
            <ac:picMk id="3" creationId="{CA26D6AF-028B-60E2-0114-5E93B2D6C8CF}"/>
          </ac:picMkLst>
        </pc:picChg>
        <pc:picChg chg="del">
          <ac:chgData name="Tehreem Zaheer" userId="0a27539d7ee2ab73" providerId="LiveId" clId="{511A9DE0-E0CA-4AED-A86D-05EEA415B234}" dt="2026-07-12T11:55:01.819" v="501" actId="478"/>
          <ac:picMkLst>
            <pc:docMk/>
            <pc:sldMk cId="0" sldId="284"/>
            <ac:picMk id="166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12:31.317" v="777" actId="478"/>
          <ac:picMkLst>
            <pc:docMk/>
            <pc:sldMk cId="0" sldId="284"/>
            <ac:picMk id="167" creationId="{00000000-0000-0000-0000-000000000000}"/>
          </ac:picMkLst>
        </pc:picChg>
      </pc:sldChg>
      <pc:sldChg chg="delSp modSp del mod">
        <pc:chgData name="Tehreem Zaheer" userId="0a27539d7ee2ab73" providerId="LiveId" clId="{511A9DE0-E0CA-4AED-A86D-05EEA415B234}" dt="2026-07-12T19:15:08.955" v="820" actId="47"/>
        <pc:sldMkLst>
          <pc:docMk/>
          <pc:sldMk cId="0" sldId="285"/>
        </pc:sldMkLst>
        <pc:spChg chg="mod">
          <ac:chgData name="Tehreem Zaheer" userId="0a27539d7ee2ab73" providerId="LiveId" clId="{511A9DE0-E0CA-4AED-A86D-05EEA415B234}" dt="2026-07-12T11:55:11.673" v="504" actId="1076"/>
          <ac:spMkLst>
            <pc:docMk/>
            <pc:sldMk cId="0" sldId="285"/>
            <ac:spMk id="168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1:55:08.727" v="503" actId="478"/>
          <ac:picMkLst>
            <pc:docMk/>
            <pc:sldMk cId="0" sldId="285"/>
            <ac:picMk id="170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18:46.735" v="833" actId="14100"/>
        <pc:sldMkLst>
          <pc:docMk/>
          <pc:sldMk cId="0" sldId="286"/>
        </pc:sldMkLst>
        <pc:spChg chg="add del mod">
          <ac:chgData name="Tehreem Zaheer" userId="0a27539d7ee2ab73" providerId="LiveId" clId="{511A9DE0-E0CA-4AED-A86D-05EEA415B234}" dt="2026-07-12T19:17:42.379" v="822" actId="478"/>
          <ac:spMkLst>
            <pc:docMk/>
            <pc:sldMk cId="0" sldId="286"/>
            <ac:spMk id="3" creationId="{191D9E39-0F42-4B67-627B-18C0E2785F25}"/>
          </ac:spMkLst>
        </pc:spChg>
        <pc:spChg chg="add del mod">
          <ac:chgData name="Tehreem Zaheer" userId="0a27539d7ee2ab73" providerId="LiveId" clId="{511A9DE0-E0CA-4AED-A86D-05EEA415B234}" dt="2026-07-12T19:17:46.383" v="823" actId="478"/>
          <ac:spMkLst>
            <pc:docMk/>
            <pc:sldMk cId="0" sldId="286"/>
            <ac:spMk id="4" creationId="{071E6ACA-8D26-BC58-DACA-92B48FB927D3}"/>
          </ac:spMkLst>
        </pc:spChg>
        <pc:spChg chg="mod">
          <ac:chgData name="Tehreem Zaheer" userId="0a27539d7ee2ab73" providerId="LiveId" clId="{511A9DE0-E0CA-4AED-A86D-05EEA415B234}" dt="2026-07-12T11:57:55.090" v="533" actId="14100"/>
          <ac:spMkLst>
            <pc:docMk/>
            <pc:sldMk cId="0" sldId="286"/>
            <ac:spMk id="172" creationId="{00000000-0000-0000-0000-000000000000}"/>
          </ac:spMkLst>
        </pc:spChg>
        <pc:picChg chg="add del mod">
          <ac:chgData name="Tehreem Zaheer" userId="0a27539d7ee2ab73" providerId="LiveId" clId="{511A9DE0-E0CA-4AED-A86D-05EEA415B234}" dt="2026-07-12T19:17:39.566" v="821" actId="478"/>
          <ac:picMkLst>
            <pc:docMk/>
            <pc:sldMk cId="0" sldId="286"/>
            <ac:picMk id="2" creationId="{7507F8E4-8CCA-85EE-FDBD-C1EC33D69CBC}"/>
          </ac:picMkLst>
        </pc:picChg>
        <pc:picChg chg="add mod modCrop">
          <ac:chgData name="Tehreem Zaheer" userId="0a27539d7ee2ab73" providerId="LiveId" clId="{511A9DE0-E0CA-4AED-A86D-05EEA415B234}" dt="2026-07-12T19:18:46.735" v="833" actId="14100"/>
          <ac:picMkLst>
            <pc:docMk/>
            <pc:sldMk cId="0" sldId="286"/>
            <ac:picMk id="6" creationId="{CE475C8E-96C1-DCF0-0340-D8010AE8FAA8}"/>
          </ac:picMkLst>
        </pc:picChg>
        <pc:picChg chg="del">
          <ac:chgData name="Tehreem Zaheer" userId="0a27539d7ee2ab73" providerId="LiveId" clId="{511A9DE0-E0CA-4AED-A86D-05EEA415B234}" dt="2026-07-12T11:55:15.404" v="505" actId="478"/>
          <ac:picMkLst>
            <pc:docMk/>
            <pc:sldMk cId="0" sldId="286"/>
            <ac:picMk id="174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1:55:55.475" v="515" actId="478"/>
          <ac:picMkLst>
            <pc:docMk/>
            <pc:sldMk cId="0" sldId="286"/>
            <ac:picMk id="175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2:04:20.831" v="563" actId="14100"/>
        <pc:sldMkLst>
          <pc:docMk/>
          <pc:sldMk cId="0" sldId="287"/>
        </pc:sldMkLst>
        <pc:spChg chg="mod">
          <ac:chgData name="Tehreem Zaheer" userId="0a27539d7ee2ab73" providerId="LiveId" clId="{511A9DE0-E0CA-4AED-A86D-05EEA415B234}" dt="2026-07-12T12:03:40.569" v="557" actId="20577"/>
          <ac:spMkLst>
            <pc:docMk/>
            <pc:sldMk cId="0" sldId="287"/>
            <ac:spMk id="176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2:04:20.831" v="563" actId="14100"/>
          <ac:picMkLst>
            <pc:docMk/>
            <pc:sldMk cId="0" sldId="287"/>
            <ac:picMk id="2" creationId="{9729DA49-525E-2E8F-0A5F-F0203C22FF02}"/>
          </ac:picMkLst>
        </pc:picChg>
        <pc:picChg chg="del">
          <ac:chgData name="Tehreem Zaheer" userId="0a27539d7ee2ab73" providerId="LiveId" clId="{511A9DE0-E0CA-4AED-A86D-05EEA415B234}" dt="2026-07-12T12:01:30.769" v="541" actId="478"/>
          <ac:picMkLst>
            <pc:docMk/>
            <pc:sldMk cId="0" sldId="287"/>
            <ac:picMk id="178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2:03:48.309" v="558" actId="478"/>
          <ac:picMkLst>
            <pc:docMk/>
            <pc:sldMk cId="0" sldId="287"/>
            <ac:picMk id="179" creationId="{00000000-0000-0000-0000-000000000000}"/>
          </ac:picMkLst>
        </pc:picChg>
      </pc:sldChg>
      <pc:sldChg chg="delSp modSp mod">
        <pc:chgData name="Tehreem Zaheer" userId="0a27539d7ee2ab73" providerId="LiveId" clId="{511A9DE0-E0CA-4AED-A86D-05EEA415B234}" dt="2026-07-12T19:37:05.433" v="954" actId="478"/>
        <pc:sldMkLst>
          <pc:docMk/>
          <pc:sldMk cId="0" sldId="288"/>
        </pc:sldMkLst>
        <pc:spChg chg="mod">
          <ac:chgData name="Tehreem Zaheer" userId="0a27539d7ee2ab73" providerId="LiveId" clId="{511A9DE0-E0CA-4AED-A86D-05EEA415B234}" dt="2026-07-12T12:07:51.550" v="576" actId="1076"/>
          <ac:spMkLst>
            <pc:docMk/>
            <pc:sldMk cId="0" sldId="288"/>
            <ac:spMk id="180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2:05:13.831" v="575" actId="478"/>
          <ac:picMkLst>
            <pc:docMk/>
            <pc:sldMk cId="0" sldId="288"/>
            <ac:picMk id="182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37:05.433" v="954" actId="478"/>
          <ac:picMkLst>
            <pc:docMk/>
            <pc:sldMk cId="0" sldId="288"/>
            <ac:picMk id="183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32:22.943" v="905" actId="14100"/>
        <pc:sldMkLst>
          <pc:docMk/>
          <pc:sldMk cId="0" sldId="289"/>
        </pc:sldMkLst>
        <pc:spChg chg="mod">
          <ac:chgData name="Tehreem Zaheer" userId="0a27539d7ee2ab73" providerId="LiveId" clId="{511A9DE0-E0CA-4AED-A86D-05EEA415B234}" dt="2026-07-12T12:08:04.762" v="578" actId="1076"/>
          <ac:spMkLst>
            <pc:docMk/>
            <pc:sldMk cId="0" sldId="289"/>
            <ac:spMk id="184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9:32:22.943" v="905" actId="14100"/>
          <ac:picMkLst>
            <pc:docMk/>
            <pc:sldMk cId="0" sldId="289"/>
            <ac:picMk id="2" creationId="{4F30AA15-1767-CDD8-0ED9-04D2A6BECA7A}"/>
          </ac:picMkLst>
        </pc:picChg>
        <pc:picChg chg="del">
          <ac:chgData name="Tehreem Zaheer" userId="0a27539d7ee2ab73" providerId="LiveId" clId="{511A9DE0-E0CA-4AED-A86D-05EEA415B234}" dt="2026-07-12T12:08:00.168" v="577" actId="478"/>
          <ac:picMkLst>
            <pc:docMk/>
            <pc:sldMk cId="0" sldId="289"/>
            <ac:picMk id="186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32:06.795" v="900" actId="478"/>
          <ac:picMkLst>
            <pc:docMk/>
            <pc:sldMk cId="0" sldId="289"/>
            <ac:picMk id="187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33:28.808" v="915" actId="14100"/>
        <pc:sldMkLst>
          <pc:docMk/>
          <pc:sldMk cId="0" sldId="290"/>
        </pc:sldMkLst>
        <pc:spChg chg="mod">
          <ac:chgData name="Tehreem Zaheer" userId="0a27539d7ee2ab73" providerId="LiveId" clId="{511A9DE0-E0CA-4AED-A86D-05EEA415B234}" dt="2026-07-12T19:32:50.073" v="907" actId="1076"/>
          <ac:spMkLst>
            <pc:docMk/>
            <pc:sldMk cId="0" sldId="290"/>
            <ac:spMk id="188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9:33:28.808" v="915" actId="14100"/>
          <ac:picMkLst>
            <pc:docMk/>
            <pc:sldMk cId="0" sldId="290"/>
            <ac:picMk id="3" creationId="{04183176-0666-E6D4-2867-68F070358B67}"/>
          </ac:picMkLst>
        </pc:picChg>
        <pc:picChg chg="del">
          <ac:chgData name="Tehreem Zaheer" userId="0a27539d7ee2ab73" providerId="LiveId" clId="{511A9DE0-E0CA-4AED-A86D-05EEA415B234}" dt="2026-07-12T19:32:42.954" v="906" actId="478"/>
          <ac:picMkLst>
            <pc:docMk/>
            <pc:sldMk cId="0" sldId="290"/>
            <ac:picMk id="190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32:51.955" v="908" actId="478"/>
          <ac:picMkLst>
            <pc:docMk/>
            <pc:sldMk cId="0" sldId="290"/>
            <ac:picMk id="191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34:16.212" v="925" actId="1076"/>
        <pc:sldMkLst>
          <pc:docMk/>
          <pc:sldMk cId="0" sldId="291"/>
        </pc:sldMkLst>
        <pc:spChg chg="mod">
          <ac:chgData name="Tehreem Zaheer" userId="0a27539d7ee2ab73" providerId="LiveId" clId="{511A9DE0-E0CA-4AED-A86D-05EEA415B234}" dt="2026-07-12T19:33:48.245" v="918" actId="1076"/>
          <ac:spMkLst>
            <pc:docMk/>
            <pc:sldMk cId="0" sldId="291"/>
            <ac:spMk id="192" creationId="{00000000-0000-0000-0000-000000000000}"/>
          </ac:spMkLst>
        </pc:spChg>
        <pc:picChg chg="add mod">
          <ac:chgData name="Tehreem Zaheer" userId="0a27539d7ee2ab73" providerId="LiveId" clId="{511A9DE0-E0CA-4AED-A86D-05EEA415B234}" dt="2026-07-12T19:34:16.212" v="925" actId="1076"/>
          <ac:picMkLst>
            <pc:docMk/>
            <pc:sldMk cId="0" sldId="291"/>
            <ac:picMk id="3" creationId="{7DA152F2-5349-1B76-ABDA-763B54AB067D}"/>
          </ac:picMkLst>
        </pc:picChg>
        <pc:picChg chg="del">
          <ac:chgData name="Tehreem Zaheer" userId="0a27539d7ee2ab73" providerId="LiveId" clId="{511A9DE0-E0CA-4AED-A86D-05EEA415B234}" dt="2026-07-12T19:33:36.899" v="917" actId="478"/>
          <ac:picMkLst>
            <pc:docMk/>
            <pc:sldMk cId="0" sldId="291"/>
            <ac:picMk id="194" creationId="{00000000-0000-0000-0000-000000000000}"/>
          </ac:picMkLst>
        </pc:picChg>
        <pc:picChg chg="del">
          <ac:chgData name="Tehreem Zaheer" userId="0a27539d7ee2ab73" providerId="LiveId" clId="{511A9DE0-E0CA-4AED-A86D-05EEA415B234}" dt="2026-07-12T19:33:34.271" v="916" actId="478"/>
          <ac:picMkLst>
            <pc:docMk/>
            <pc:sldMk cId="0" sldId="291"/>
            <ac:picMk id="195" creationId="{00000000-0000-0000-0000-000000000000}"/>
          </ac:picMkLst>
        </pc:picChg>
      </pc:sldChg>
      <pc:sldChg chg="addSp delSp modSp mod">
        <pc:chgData name="Tehreem Zaheer" userId="0a27539d7ee2ab73" providerId="LiveId" clId="{511A9DE0-E0CA-4AED-A86D-05EEA415B234}" dt="2026-07-12T19:34:48.071" v="931" actId="1076"/>
        <pc:sldMkLst>
          <pc:docMk/>
          <pc:sldMk cId="0" sldId="292"/>
        </pc:sldMkLst>
        <pc:spChg chg="mod">
          <ac:chgData name="Tehreem Zaheer" userId="0a27539d7ee2ab73" providerId="LiveId" clId="{511A9DE0-E0CA-4AED-A86D-05EEA415B234}" dt="2026-07-12T19:34:32.926" v="928" actId="1076"/>
          <ac:spMkLst>
            <pc:docMk/>
            <pc:sldMk cId="0" sldId="292"/>
            <ac:spMk id="196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9:34:23.092" v="926" actId="478"/>
          <ac:picMkLst>
            <pc:docMk/>
            <pc:sldMk cId="0" sldId="292"/>
            <ac:picMk id="2" creationId="{5229B17A-B977-27EC-35C2-1075135D02CA}"/>
          </ac:picMkLst>
        </pc:picChg>
        <pc:picChg chg="add mod">
          <ac:chgData name="Tehreem Zaheer" userId="0a27539d7ee2ab73" providerId="LiveId" clId="{511A9DE0-E0CA-4AED-A86D-05EEA415B234}" dt="2026-07-12T19:34:48.071" v="931" actId="1076"/>
          <ac:picMkLst>
            <pc:docMk/>
            <pc:sldMk cId="0" sldId="292"/>
            <ac:picMk id="4" creationId="{84B86B42-0825-C3F9-AB0F-9D2C54D484FD}"/>
          </ac:picMkLst>
        </pc:picChg>
        <pc:picChg chg="del">
          <ac:chgData name="Tehreem Zaheer" userId="0a27539d7ee2ab73" providerId="LiveId" clId="{511A9DE0-E0CA-4AED-A86D-05EEA415B234}" dt="2026-07-12T19:34:26.821" v="927" actId="478"/>
          <ac:picMkLst>
            <pc:docMk/>
            <pc:sldMk cId="0" sldId="292"/>
            <ac:picMk id="198" creationId="{00000000-0000-0000-0000-000000000000}"/>
          </ac:picMkLst>
        </pc:picChg>
      </pc:sldChg>
      <pc:sldChg chg="delSp del mod">
        <pc:chgData name="Tehreem Zaheer" userId="0a27539d7ee2ab73" providerId="LiveId" clId="{511A9DE0-E0CA-4AED-A86D-05EEA415B234}" dt="2026-07-12T19:35:14.386" v="934" actId="47"/>
        <pc:sldMkLst>
          <pc:docMk/>
          <pc:sldMk cId="0" sldId="293"/>
        </pc:sldMkLst>
        <pc:picChg chg="del">
          <ac:chgData name="Tehreem Zaheer" userId="0a27539d7ee2ab73" providerId="LiveId" clId="{511A9DE0-E0CA-4AED-A86D-05EEA415B234}" dt="2026-07-12T19:34:52.697" v="932" actId="478"/>
          <ac:picMkLst>
            <pc:docMk/>
            <pc:sldMk cId="0" sldId="293"/>
            <ac:picMk id="201" creationId="{00000000-0000-0000-0000-000000000000}"/>
          </ac:picMkLst>
        </pc:picChg>
      </pc:sldChg>
      <pc:sldChg chg="del">
        <pc:chgData name="Tehreem Zaheer" userId="0a27539d7ee2ab73" providerId="LiveId" clId="{511A9DE0-E0CA-4AED-A86D-05EEA415B234}" dt="2026-07-12T19:35:17.081" v="935" actId="47"/>
        <pc:sldMkLst>
          <pc:docMk/>
          <pc:sldMk cId="0" sldId="294"/>
        </pc:sldMkLst>
      </pc:sldChg>
      <pc:sldChg chg="del">
        <pc:chgData name="Tehreem Zaheer" userId="0a27539d7ee2ab73" providerId="LiveId" clId="{511A9DE0-E0CA-4AED-A86D-05EEA415B234}" dt="2026-07-12T19:35:39.974" v="938" actId="47"/>
        <pc:sldMkLst>
          <pc:docMk/>
          <pc:sldMk cId="0" sldId="295"/>
        </pc:sldMkLst>
      </pc:sldChg>
      <pc:sldChg chg="modSp add mod ord">
        <pc:chgData name="Tehreem Zaheer" userId="0a27539d7ee2ab73" providerId="LiveId" clId="{511A9DE0-E0CA-4AED-A86D-05EEA415B234}" dt="2026-07-13T14:55:05.597" v="1035" actId="20577"/>
        <pc:sldMkLst>
          <pc:docMk/>
          <pc:sldMk cId="0" sldId="296"/>
        </pc:sldMkLst>
        <pc:spChg chg="mod">
          <ac:chgData name="Tehreem Zaheer" userId="0a27539d7ee2ab73" providerId="LiveId" clId="{511A9DE0-E0CA-4AED-A86D-05EEA415B234}" dt="2026-07-13T14:55:05.597" v="1035" actId="20577"/>
          <ac:spMkLst>
            <pc:docMk/>
            <pc:sldMk cId="0" sldId="296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1:33:16.641" v="108" actId="255"/>
          <ac:spMkLst>
            <pc:docMk/>
            <pc:sldMk cId="0" sldId="296"/>
            <ac:spMk id="3" creationId="{00000000-0000-0000-0000-000000000000}"/>
          </ac:spMkLst>
        </pc:spChg>
      </pc:sldChg>
      <pc:sldChg chg="add del">
        <pc:chgData name="Tehreem Zaheer" userId="0a27539d7ee2ab73" providerId="LiveId" clId="{511A9DE0-E0CA-4AED-A86D-05EEA415B234}" dt="2026-07-12T11:28:00.147" v="57" actId="47"/>
        <pc:sldMkLst>
          <pc:docMk/>
          <pc:sldMk cId="66100919" sldId="297"/>
        </pc:sldMkLst>
      </pc:sldChg>
      <pc:sldChg chg="addSp delSp modSp add mod">
        <pc:chgData name="Tehreem Zaheer" userId="0a27539d7ee2ab73" providerId="LiveId" clId="{511A9DE0-E0CA-4AED-A86D-05EEA415B234}" dt="2026-07-13T15:39:30.007" v="1077" actId="732"/>
        <pc:sldMkLst>
          <pc:docMk/>
          <pc:sldMk cId="223084065" sldId="297"/>
        </pc:sldMkLst>
        <pc:spChg chg="mod">
          <ac:chgData name="Tehreem Zaheer" userId="0a27539d7ee2ab73" providerId="LiveId" clId="{511A9DE0-E0CA-4AED-A86D-05EEA415B234}" dt="2026-07-12T12:04:40.926" v="570" actId="20577"/>
          <ac:spMkLst>
            <pc:docMk/>
            <pc:sldMk cId="223084065" sldId="297"/>
            <ac:spMk id="176" creationId="{278DCD04-D791-37C9-9B51-192F55A8D538}"/>
          </ac:spMkLst>
        </pc:spChg>
        <pc:picChg chg="del">
          <ac:chgData name="Tehreem Zaheer" userId="0a27539d7ee2ab73" providerId="LiveId" clId="{511A9DE0-E0CA-4AED-A86D-05EEA415B234}" dt="2026-07-12T12:04:43.548" v="571" actId="478"/>
          <ac:picMkLst>
            <pc:docMk/>
            <pc:sldMk cId="223084065" sldId="297"/>
            <ac:picMk id="2" creationId="{3F4D3D92-D9F4-B8E8-C1D4-FE35E6DA2268}"/>
          </ac:picMkLst>
        </pc:picChg>
        <pc:picChg chg="add del mod">
          <ac:chgData name="Tehreem Zaheer" userId="0a27539d7ee2ab73" providerId="LiveId" clId="{511A9DE0-E0CA-4AED-A86D-05EEA415B234}" dt="2026-07-13T15:37:36.460" v="1064" actId="478"/>
          <ac:picMkLst>
            <pc:docMk/>
            <pc:sldMk cId="223084065" sldId="297"/>
            <ac:picMk id="3" creationId="{4A6C1F0D-35B5-89D7-9AB7-F7A099C039EF}"/>
          </ac:picMkLst>
        </pc:picChg>
        <pc:picChg chg="add mod modCrop">
          <ac:chgData name="Tehreem Zaheer" userId="0a27539d7ee2ab73" providerId="LiveId" clId="{511A9DE0-E0CA-4AED-A86D-05EEA415B234}" dt="2026-07-13T15:39:30.007" v="1077" actId="732"/>
          <ac:picMkLst>
            <pc:docMk/>
            <pc:sldMk cId="223084065" sldId="297"/>
            <ac:picMk id="4" creationId="{8C800E08-6106-D94D-BC06-F2F1EDC1248E}"/>
          </ac:picMkLst>
        </pc:picChg>
      </pc:sldChg>
      <pc:sldChg chg="delSp modSp add mod setBg">
        <pc:chgData name="Tehreem Zaheer" userId="0a27539d7ee2ab73" providerId="LiveId" clId="{511A9DE0-E0CA-4AED-A86D-05EEA415B234}" dt="2026-07-12T19:26:20.241" v="864" actId="123"/>
        <pc:sldMkLst>
          <pc:docMk/>
          <pc:sldMk cId="0" sldId="298"/>
        </pc:sldMkLst>
        <pc:spChg chg="mod">
          <ac:chgData name="Tehreem Zaheer" userId="0a27539d7ee2ab73" providerId="LiveId" clId="{511A9DE0-E0CA-4AED-A86D-05EEA415B234}" dt="2026-07-12T19:25:31.570" v="854" actId="1076"/>
          <ac:spMkLst>
            <pc:docMk/>
            <pc:sldMk cId="0" sldId="298"/>
            <ac:spMk id="3" creationId="{00000000-0000-0000-0000-000000000000}"/>
          </ac:spMkLst>
        </pc:spChg>
        <pc:graphicFrameChg chg="mod modGraphic">
          <ac:chgData name="Tehreem Zaheer" userId="0a27539d7ee2ab73" providerId="LiveId" clId="{511A9DE0-E0CA-4AED-A86D-05EEA415B234}" dt="2026-07-12T19:26:20.241" v="864" actId="123"/>
          <ac:graphicFrameMkLst>
            <pc:docMk/>
            <pc:sldMk cId="0" sldId="298"/>
            <ac:graphicFrameMk id="4" creationId="{00000000-0000-0000-0000-000000000000}"/>
          </ac:graphicFrameMkLst>
        </pc:graphicFrameChg>
        <pc:picChg chg="del">
          <ac:chgData name="Tehreem Zaheer" userId="0a27539d7ee2ab73" providerId="LiveId" clId="{511A9DE0-E0CA-4AED-A86D-05EEA415B234}" dt="2026-07-12T19:24:39.627" v="843" actId="478"/>
          <ac:picMkLst>
            <pc:docMk/>
            <pc:sldMk cId="0" sldId="298"/>
            <ac:picMk id="2" creationId="{00000000-0000-0000-0000-000000000000}"/>
          </ac:picMkLst>
        </pc:picChg>
      </pc:sldChg>
      <pc:sldChg chg="delSp modSp add mod setBg">
        <pc:chgData name="Tehreem Zaheer" userId="0a27539d7ee2ab73" providerId="LiveId" clId="{511A9DE0-E0CA-4AED-A86D-05EEA415B234}" dt="2026-07-12T19:26:07.911" v="862" actId="123"/>
        <pc:sldMkLst>
          <pc:docMk/>
          <pc:sldMk cId="0" sldId="299"/>
        </pc:sldMkLst>
        <pc:spChg chg="mod">
          <ac:chgData name="Tehreem Zaheer" userId="0a27539d7ee2ab73" providerId="LiveId" clId="{511A9DE0-E0CA-4AED-A86D-05EEA415B234}" dt="2026-07-12T19:25:27.536" v="853" actId="1076"/>
          <ac:spMkLst>
            <pc:docMk/>
            <pc:sldMk cId="0" sldId="299"/>
            <ac:spMk id="3" creationId="{00000000-0000-0000-0000-000000000000}"/>
          </ac:spMkLst>
        </pc:spChg>
        <pc:graphicFrameChg chg="mod modGraphic">
          <ac:chgData name="Tehreem Zaheer" userId="0a27539d7ee2ab73" providerId="LiveId" clId="{511A9DE0-E0CA-4AED-A86D-05EEA415B234}" dt="2026-07-12T19:26:07.911" v="862" actId="123"/>
          <ac:graphicFrameMkLst>
            <pc:docMk/>
            <pc:sldMk cId="0" sldId="299"/>
            <ac:graphicFrameMk id="4" creationId="{00000000-0000-0000-0000-000000000000}"/>
          </ac:graphicFrameMkLst>
        </pc:graphicFrameChg>
        <pc:picChg chg="del">
          <ac:chgData name="Tehreem Zaheer" userId="0a27539d7ee2ab73" providerId="LiveId" clId="{511A9DE0-E0CA-4AED-A86D-05EEA415B234}" dt="2026-07-12T19:24:54.287" v="845" actId="478"/>
          <ac:picMkLst>
            <pc:docMk/>
            <pc:sldMk cId="0" sldId="299"/>
            <ac:picMk id="2" creationId="{00000000-0000-0000-0000-000000000000}"/>
          </ac:picMkLst>
        </pc:picChg>
      </pc:sldChg>
      <pc:sldChg chg="delSp modSp add mod ord setBg">
        <pc:chgData name="Tehreem Zaheer" userId="0a27539d7ee2ab73" providerId="LiveId" clId="{511A9DE0-E0CA-4AED-A86D-05EEA415B234}" dt="2026-07-12T19:26:35.514" v="868" actId="1076"/>
        <pc:sldMkLst>
          <pc:docMk/>
          <pc:sldMk cId="0" sldId="300"/>
        </pc:sldMkLst>
        <pc:spChg chg="mod">
          <ac:chgData name="Tehreem Zaheer" userId="0a27539d7ee2ab73" providerId="LiveId" clId="{511A9DE0-E0CA-4AED-A86D-05EEA415B234}" dt="2026-07-12T19:25:23.426" v="852" actId="1076"/>
          <ac:spMkLst>
            <pc:docMk/>
            <pc:sldMk cId="0" sldId="300"/>
            <ac:spMk id="3" creationId="{00000000-0000-0000-0000-000000000000}"/>
          </ac:spMkLst>
        </pc:spChg>
        <pc:graphicFrameChg chg="mod modGraphic">
          <ac:chgData name="Tehreem Zaheer" userId="0a27539d7ee2ab73" providerId="LiveId" clId="{511A9DE0-E0CA-4AED-A86D-05EEA415B234}" dt="2026-07-12T19:26:35.514" v="868" actId="1076"/>
          <ac:graphicFrameMkLst>
            <pc:docMk/>
            <pc:sldMk cId="0" sldId="300"/>
            <ac:graphicFrameMk id="4" creationId="{00000000-0000-0000-0000-000000000000}"/>
          </ac:graphicFrameMkLst>
        </pc:graphicFrameChg>
        <pc:picChg chg="del">
          <ac:chgData name="Tehreem Zaheer" userId="0a27539d7ee2ab73" providerId="LiveId" clId="{511A9DE0-E0CA-4AED-A86D-05EEA415B234}" dt="2026-07-12T19:25:16.477" v="850" actId="478"/>
          <ac:picMkLst>
            <pc:docMk/>
            <pc:sldMk cId="0" sldId="300"/>
            <ac:picMk id="2" creationId="{00000000-0000-0000-0000-000000000000}"/>
          </ac:picMkLst>
        </pc:picChg>
      </pc:sldChg>
      <pc:sldChg chg="delSp modSp add mod setBg">
        <pc:chgData name="Tehreem Zaheer" userId="0a27539d7ee2ab73" providerId="LiveId" clId="{511A9DE0-E0CA-4AED-A86D-05EEA415B234}" dt="2026-07-12T19:27:27.018" v="876" actId="1076"/>
        <pc:sldMkLst>
          <pc:docMk/>
          <pc:sldMk cId="0" sldId="301"/>
        </pc:sldMkLst>
        <pc:spChg chg="mod">
          <ac:chgData name="Tehreem Zaheer" userId="0a27539d7ee2ab73" providerId="LiveId" clId="{511A9DE0-E0CA-4AED-A86D-05EEA415B234}" dt="2026-07-12T19:27:15.130" v="873" actId="1076"/>
          <ac:spMkLst>
            <pc:docMk/>
            <pc:sldMk cId="0" sldId="301"/>
            <ac:spMk id="3" creationId="{00000000-0000-0000-0000-000000000000}"/>
          </ac:spMkLst>
        </pc:spChg>
        <pc:graphicFrameChg chg="mod modGraphic">
          <ac:chgData name="Tehreem Zaheer" userId="0a27539d7ee2ab73" providerId="LiveId" clId="{511A9DE0-E0CA-4AED-A86D-05EEA415B234}" dt="2026-07-12T19:27:27.018" v="876" actId="1076"/>
          <ac:graphicFrameMkLst>
            <pc:docMk/>
            <pc:sldMk cId="0" sldId="301"/>
            <ac:graphicFrameMk id="5" creationId="{00000000-0000-0000-0000-000000000000}"/>
          </ac:graphicFrameMkLst>
        </pc:graphicFrameChg>
        <pc:picChg chg="del">
          <ac:chgData name="Tehreem Zaheer" userId="0a27539d7ee2ab73" providerId="LiveId" clId="{511A9DE0-E0CA-4AED-A86D-05EEA415B234}" dt="2026-07-12T19:27:10.590" v="872" actId="478"/>
          <ac:picMkLst>
            <pc:docMk/>
            <pc:sldMk cId="0" sldId="301"/>
            <ac:picMk id="2" creationId="{00000000-0000-0000-0000-000000000000}"/>
          </ac:picMkLst>
        </pc:picChg>
      </pc:sldChg>
      <pc:sldChg chg="add setBg">
        <pc:chgData name="Tehreem Zaheer" userId="0a27539d7ee2ab73" providerId="LiveId" clId="{511A9DE0-E0CA-4AED-A86D-05EEA415B234}" dt="2026-07-12T19:28:01.529" v="877"/>
        <pc:sldMkLst>
          <pc:docMk/>
          <pc:sldMk cId="0" sldId="302"/>
        </pc:sldMkLst>
      </pc:sldChg>
      <pc:sldChg chg="modSp add mod setBg">
        <pc:chgData name="Tehreem Zaheer" userId="0a27539d7ee2ab73" providerId="LiveId" clId="{511A9DE0-E0CA-4AED-A86D-05EEA415B234}" dt="2026-07-13T15:00:23.259" v="1050" actId="20577"/>
        <pc:sldMkLst>
          <pc:docMk/>
          <pc:sldMk cId="0" sldId="303"/>
        </pc:sldMkLst>
        <pc:spChg chg="mod">
          <ac:chgData name="Tehreem Zaheer" userId="0a27539d7ee2ab73" providerId="LiveId" clId="{511A9DE0-E0CA-4AED-A86D-05EEA415B234}" dt="2026-07-12T20:39:55.515" v="1005" actId="20577"/>
          <ac:spMkLst>
            <pc:docMk/>
            <pc:sldMk cId="0" sldId="303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3T15:00:23.259" v="1050" actId="20577"/>
          <ac:spMkLst>
            <pc:docMk/>
            <pc:sldMk cId="0" sldId="303"/>
            <ac:spMk id="3" creationId="{00000000-0000-0000-0000-000000000000}"/>
          </ac:spMkLst>
        </pc:spChg>
      </pc:sldChg>
      <pc:sldChg chg="modSp add mod setBg">
        <pc:chgData name="Tehreem Zaheer" userId="0a27539d7ee2ab73" providerId="LiveId" clId="{511A9DE0-E0CA-4AED-A86D-05EEA415B234}" dt="2026-07-13T15:03:20.941" v="1053" actId="20577"/>
        <pc:sldMkLst>
          <pc:docMk/>
          <pc:sldMk cId="0" sldId="304"/>
        </pc:sldMkLst>
        <pc:spChg chg="mod">
          <ac:chgData name="Tehreem Zaheer" userId="0a27539d7ee2ab73" providerId="LiveId" clId="{511A9DE0-E0CA-4AED-A86D-05EEA415B234}" dt="2026-07-12T20:40:01.273" v="1006" actId="20577"/>
          <ac:spMkLst>
            <pc:docMk/>
            <pc:sldMk cId="0" sldId="304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3T15:03:20.941" v="1053" actId="20577"/>
          <ac:spMkLst>
            <pc:docMk/>
            <pc:sldMk cId="0" sldId="304"/>
            <ac:spMk id="3" creationId="{00000000-0000-0000-0000-000000000000}"/>
          </ac:spMkLst>
        </pc:spChg>
      </pc:sldChg>
      <pc:sldChg chg="modSp add mod setBg">
        <pc:chgData name="Tehreem Zaheer" userId="0a27539d7ee2ab73" providerId="LiveId" clId="{511A9DE0-E0CA-4AED-A86D-05EEA415B234}" dt="2026-07-13T15:04:36.887" v="1057" actId="20577"/>
        <pc:sldMkLst>
          <pc:docMk/>
          <pc:sldMk cId="0" sldId="305"/>
        </pc:sldMkLst>
        <pc:spChg chg="mod">
          <ac:chgData name="Tehreem Zaheer" userId="0a27539d7ee2ab73" providerId="LiveId" clId="{511A9DE0-E0CA-4AED-A86D-05EEA415B234}" dt="2026-07-12T20:16:29.102" v="978" actId="20577"/>
          <ac:spMkLst>
            <pc:docMk/>
            <pc:sldMk cId="0" sldId="305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3T15:04:36.887" v="1057" actId="20577"/>
          <ac:spMkLst>
            <pc:docMk/>
            <pc:sldMk cId="0" sldId="305"/>
            <ac:spMk id="3" creationId="{00000000-0000-0000-0000-000000000000}"/>
          </ac:spMkLst>
        </pc:spChg>
      </pc:sldChg>
      <pc:sldChg chg="modSp add mod setBg">
        <pc:chgData name="Tehreem Zaheer" userId="0a27539d7ee2ab73" providerId="LiveId" clId="{511A9DE0-E0CA-4AED-A86D-05EEA415B234}" dt="2026-07-12T20:16:38.324" v="980"/>
        <pc:sldMkLst>
          <pc:docMk/>
          <pc:sldMk cId="0" sldId="306"/>
        </pc:sldMkLst>
        <pc:spChg chg="mod">
          <ac:chgData name="Tehreem Zaheer" userId="0a27539d7ee2ab73" providerId="LiveId" clId="{511A9DE0-E0CA-4AED-A86D-05EEA415B234}" dt="2026-07-12T20:16:38.324" v="980"/>
          <ac:spMkLst>
            <pc:docMk/>
            <pc:sldMk cId="0" sldId="306"/>
            <ac:spMk id="2" creationId="{00000000-0000-0000-0000-000000000000}"/>
          </ac:spMkLst>
        </pc:spChg>
      </pc:sldChg>
      <pc:sldChg chg="add del setBg">
        <pc:chgData name="Tehreem Zaheer" userId="0a27539d7ee2ab73" providerId="LiveId" clId="{511A9DE0-E0CA-4AED-A86D-05EEA415B234}" dt="2026-07-12T19:29:05.686" v="883" actId="47"/>
        <pc:sldMkLst>
          <pc:docMk/>
          <pc:sldMk cId="0" sldId="307"/>
        </pc:sldMkLst>
      </pc:sldChg>
      <pc:sldChg chg="modSp add mod ord setBg">
        <pc:chgData name="Tehreem Zaheer" userId="0a27539d7ee2ab73" providerId="LiveId" clId="{511A9DE0-E0CA-4AED-A86D-05EEA415B234}" dt="2026-07-13T15:05:55.455" v="1058" actId="20577"/>
        <pc:sldMkLst>
          <pc:docMk/>
          <pc:sldMk cId="0" sldId="308"/>
        </pc:sldMkLst>
        <pc:spChg chg="mod">
          <ac:chgData name="Tehreem Zaheer" userId="0a27539d7ee2ab73" providerId="LiveId" clId="{511A9DE0-E0CA-4AED-A86D-05EEA415B234}" dt="2026-07-12T20:16:46.561" v="982"/>
          <ac:spMkLst>
            <pc:docMk/>
            <pc:sldMk cId="0" sldId="308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3T15:05:55.455" v="1058" actId="20577"/>
          <ac:spMkLst>
            <pc:docMk/>
            <pc:sldMk cId="0" sldId="308"/>
            <ac:spMk id="3" creationId="{00000000-0000-0000-0000-000000000000}"/>
          </ac:spMkLst>
        </pc:spChg>
      </pc:sldChg>
      <pc:sldChg chg="delSp modSp add del mod setBg">
        <pc:chgData name="Tehreem Zaheer" userId="0a27539d7ee2ab73" providerId="LiveId" clId="{511A9DE0-E0CA-4AED-A86D-05EEA415B234}" dt="2026-07-13T15:06:46.176" v="1060" actId="1076"/>
        <pc:sldMkLst>
          <pc:docMk/>
          <pc:sldMk cId="0" sldId="309"/>
        </pc:sldMkLst>
        <pc:spChg chg="mod">
          <ac:chgData name="Tehreem Zaheer" userId="0a27539d7ee2ab73" providerId="LiveId" clId="{511A9DE0-E0CA-4AED-A86D-05EEA415B234}" dt="2026-07-13T15:06:46.176" v="1060" actId="1076"/>
          <ac:spMkLst>
            <pc:docMk/>
            <pc:sldMk cId="0" sldId="309"/>
            <ac:spMk id="3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20:17:01.306" v="985" actId="14100"/>
          <ac:spMkLst>
            <pc:docMk/>
            <pc:sldMk cId="0" sldId="309"/>
            <ac:spMk id="4" creationId="{00000000-0000-0000-0000-000000000000}"/>
          </ac:spMkLst>
        </pc:spChg>
        <pc:picChg chg="del">
          <ac:chgData name="Tehreem Zaheer" userId="0a27539d7ee2ab73" providerId="LiveId" clId="{511A9DE0-E0CA-4AED-A86D-05EEA415B234}" dt="2026-07-12T19:30:51.056" v="895" actId="478"/>
          <ac:picMkLst>
            <pc:docMk/>
            <pc:sldMk cId="0" sldId="309"/>
            <ac:picMk id="2" creationId="{00000000-0000-0000-0000-000000000000}"/>
          </ac:picMkLst>
        </pc:picChg>
      </pc:sldChg>
      <pc:sldChg chg="modSp add mod setBg">
        <pc:chgData name="Tehreem Zaheer" userId="0a27539d7ee2ab73" providerId="LiveId" clId="{511A9DE0-E0CA-4AED-A86D-05EEA415B234}" dt="2026-07-12T19:36:55.090" v="953" actId="123"/>
        <pc:sldMkLst>
          <pc:docMk/>
          <pc:sldMk cId="0" sldId="310"/>
        </pc:sldMkLst>
        <pc:graphicFrameChg chg="modGraphic">
          <ac:chgData name="Tehreem Zaheer" userId="0a27539d7ee2ab73" providerId="LiveId" clId="{511A9DE0-E0CA-4AED-A86D-05EEA415B234}" dt="2026-07-12T19:36:55.090" v="953" actId="123"/>
          <ac:graphicFrameMkLst>
            <pc:docMk/>
            <pc:sldMk cId="0" sldId="310"/>
            <ac:graphicFrameMk id="3" creationId="{00000000-0000-0000-0000-000000000000}"/>
          </ac:graphicFrameMkLst>
        </pc:graphicFrameChg>
      </pc:sldChg>
      <pc:sldChg chg="modSp add mod setBg">
        <pc:chgData name="Tehreem Zaheer" userId="0a27539d7ee2ab73" providerId="LiveId" clId="{511A9DE0-E0CA-4AED-A86D-05EEA415B234}" dt="2026-07-12T19:36:32.979" v="948" actId="255"/>
        <pc:sldMkLst>
          <pc:docMk/>
          <pc:sldMk cId="0" sldId="311"/>
        </pc:sldMkLst>
        <pc:graphicFrameChg chg="modGraphic">
          <ac:chgData name="Tehreem Zaheer" userId="0a27539d7ee2ab73" providerId="LiveId" clId="{511A9DE0-E0CA-4AED-A86D-05EEA415B234}" dt="2026-07-12T19:36:32.979" v="948" actId="255"/>
          <ac:graphicFrameMkLst>
            <pc:docMk/>
            <pc:sldMk cId="0" sldId="311"/>
            <ac:graphicFrameMk id="4" creationId="{00000000-0000-0000-0000-000000000000}"/>
          </ac:graphicFrameMkLst>
        </pc:graphicFrameChg>
      </pc:sldChg>
      <pc:sldChg chg="modSp add mod setBg">
        <pc:chgData name="Tehreem Zaheer" userId="0a27539d7ee2ab73" providerId="LiveId" clId="{511A9DE0-E0CA-4AED-A86D-05EEA415B234}" dt="2026-07-12T19:36:15.498" v="946" actId="14100"/>
        <pc:sldMkLst>
          <pc:docMk/>
          <pc:sldMk cId="0" sldId="312"/>
        </pc:sldMkLst>
        <pc:spChg chg="mod">
          <ac:chgData name="Tehreem Zaheer" userId="0a27539d7ee2ab73" providerId="LiveId" clId="{511A9DE0-E0CA-4AED-A86D-05EEA415B234}" dt="2026-07-12T19:36:07.072" v="942" actId="1076"/>
          <ac:spMkLst>
            <pc:docMk/>
            <pc:sldMk cId="0" sldId="312"/>
            <ac:spMk id="2" creationId="{00000000-0000-0000-0000-000000000000}"/>
          </ac:spMkLst>
        </pc:spChg>
        <pc:spChg chg="mod">
          <ac:chgData name="Tehreem Zaheer" userId="0a27539d7ee2ab73" providerId="LiveId" clId="{511A9DE0-E0CA-4AED-A86D-05EEA415B234}" dt="2026-07-12T19:36:15.498" v="946" actId="14100"/>
          <ac:spMkLst>
            <pc:docMk/>
            <pc:sldMk cId="0" sldId="31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A7FF3-D2C6-4A08-BE65-FC42F7C5BE4C}" type="datetimeFigureOut">
              <a:rPr lang="en-PK" smtClean="0"/>
              <a:t>10/06/2026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8EA83-C0A4-4C6C-8E25-96AB6ACE2C4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256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FE787-E5F2-40C5-9D43-E7EAF8E51FD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51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901E59-D0DF-49B4-9C54-6DCAC19631B5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8B3123B1-6A91-4A3B-A5C4-4476B8F2508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3749-7540-4838-B5FB-EDC40CB84DB0}" type="datetime1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2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75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F64CAE-54FC-44D7-B474-93FBDA8758A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C7D1B1-C523-4E0A-801D-A88305BD0AA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33520" y="304920"/>
            <a:ext cx="8152560" cy="215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0000"/>
          </a:bodyPr>
          <a:lstStyle/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br>
              <a:rPr sz="3600" dirty="0"/>
            </a:br>
            <a:r>
              <a:rPr lang="en-US" sz="4900" b="1" strike="noStrike" spc="-1" dirty="0">
                <a:solidFill>
                  <a:schemeClr val="dk1"/>
                </a:solidFill>
                <a:latin typeface="Times New Roman"/>
              </a:rPr>
              <a:t>INTELI-REHAB</a:t>
            </a:r>
            <a:br>
              <a:rPr lang="en-US" sz="4900" b="1" strike="noStrike" spc="-1" dirty="0">
                <a:solidFill>
                  <a:schemeClr val="dk1"/>
                </a:solidFill>
                <a:latin typeface="Times New Roman"/>
              </a:rPr>
            </a:br>
            <a:r>
              <a:rPr lang="en-US" sz="4900" b="1" strike="noStrike" spc="-1" dirty="0">
                <a:solidFill>
                  <a:schemeClr val="dk1"/>
                </a:solidFill>
                <a:latin typeface="Times New Roman"/>
              </a:rPr>
              <a:t>A Smart Wearable Rehabilitation System</a:t>
            </a:r>
            <a:br>
              <a:rPr lang="en-US" sz="4900" b="1" strike="noStrike" spc="-1" dirty="0">
                <a:solidFill>
                  <a:schemeClr val="dk1"/>
                </a:solidFill>
                <a:latin typeface="Times New Roman"/>
              </a:rPr>
            </a:b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4572000"/>
            <a:ext cx="8368560" cy="72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9999" lnSpcReduction="20000"/>
          </a:bodyPr>
          <a:lstStyle/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i="1" strike="noStrike" spc="-1" dirty="0">
                <a:solidFill>
                  <a:schemeClr val="dk1"/>
                </a:solidFill>
                <a:latin typeface="Times New Roman"/>
              </a:rPr>
              <a:t>Supervisor: Dr. Ahmed Khan</a:t>
            </a: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B623E3-8618-4F1C-9D6E-2B16988F383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2" name="Picture 2"/>
          <p:cNvPicPr/>
          <p:nvPr/>
        </p:nvPicPr>
        <p:blipFill>
          <a:blip r:embed="rId2"/>
          <a:stretch/>
        </p:blipFill>
        <p:spPr>
          <a:xfrm>
            <a:off x="533520" y="5943600"/>
            <a:ext cx="834120" cy="834120"/>
          </a:xfrm>
          <a:prstGeom prst="rect">
            <a:avLst/>
          </a:prstGeom>
          <a:ln w="0">
            <a:noFill/>
          </a:ln>
        </p:spPr>
      </p:pic>
      <p:sp>
        <p:nvSpPr>
          <p:cNvPr id="53" name="Subtitle 2"/>
          <p:cNvSpPr/>
          <p:nvPr/>
        </p:nvSpPr>
        <p:spPr>
          <a:xfrm>
            <a:off x="838080" y="5943600"/>
            <a:ext cx="7848000" cy="83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91111" lnSpcReduction="10000"/>
          </a:bodyPr>
          <a:lstStyle/>
          <a:p>
            <a:pPr algn="ctr" defTabSz="91440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Department of Computer Science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39"/>
              </a:spcBef>
              <a:tabLst>
                <a:tab pos="0" algn="l"/>
              </a:tabLst>
            </a:pPr>
            <a:r>
              <a:rPr lang="en-US" sz="2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COMSATS University Islamabad, Abbottabad Campus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" name="Table 4"/>
          <p:cNvGraphicFramePr/>
          <p:nvPr>
            <p:extLst>
              <p:ext uri="{D42A27DB-BD31-4B8C-83A1-F6EECF244321}">
                <p14:modId xmlns:p14="http://schemas.microsoft.com/office/powerpoint/2010/main" val="328787921"/>
              </p:ext>
            </p:extLst>
          </p:nvPr>
        </p:nvGraphicFramePr>
        <p:xfrm>
          <a:off x="1828800" y="3124080"/>
          <a:ext cx="6629040" cy="1371240"/>
        </p:xfrm>
        <a:graphic>
          <a:graphicData uri="http://schemas.openxmlformats.org/drawingml/2006/table">
            <a:tbl>
              <a:tblPr/>
              <a:tblGrid>
                <a:gridCol w="271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1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Tehreem Zaheer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1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CIIT/SP23-BCS-131/ATD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2000" b="1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Kashmala Zeb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2000" b="1" strike="noStrike" spc="-1" dirty="0">
                          <a:solidFill>
                            <a:schemeClr val="dk1"/>
                          </a:solidFill>
                          <a:latin typeface="Times New Roman"/>
                        </a:rPr>
                        <a:t>CIIT/SP23-BSE-048/ATD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160">
                <a:tc>
                  <a:txBody>
                    <a:bodyPr/>
                    <a:lstStyle/>
                    <a:p>
                      <a:r>
                        <a:rPr lang="en-PK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Ahmed Irshad 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K" sz="20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CIIT/SP23-BSE-045/ATD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>
                <a:solidFill>
                  <a:schemeClr val="dk1"/>
                </a:solidFill>
                <a:latin typeface="Times New Roman"/>
              </a:rPr>
              <a:t>	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52FCC2-923B-4BF7-B340-5412C5DE29D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57200" y="283680"/>
            <a:ext cx="5480280" cy="715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Introduction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PK" sz="3000" b="0" strike="noStrike" spc="-1">
                <a:solidFill>
                  <a:schemeClr val="dk1"/>
                </a:solidFill>
                <a:latin typeface="Times New Roman"/>
              </a:rPr>
              <a:t>Scope (In-scope / Out-of-scope)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PK" sz="3000" b="0" strike="noStrike" spc="-1">
                <a:solidFill>
                  <a:schemeClr val="dk1"/>
                </a:solidFill>
                <a:latin typeface="Times New Roman"/>
              </a:rPr>
              <a:t>Functional</a:t>
            </a: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 Requirements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Non-</a:t>
            </a:r>
            <a:r>
              <a:rPr lang="en-PK" sz="3000" b="0" strike="noStrike" spc="-1">
                <a:solidFill>
                  <a:schemeClr val="dk1"/>
                </a:solidFill>
                <a:latin typeface="Times New Roman"/>
              </a:rPr>
              <a:t>Functional</a:t>
            </a: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 Requirements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User Goals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Use Cases 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Use Case Diagram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Class Diagram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>
                <a:solidFill>
                  <a:schemeClr val="dk1"/>
                </a:solidFill>
                <a:latin typeface="Times New Roman"/>
              </a:rPr>
              <a:t>Sequence Diagram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itle 1"/>
          <p:cNvSpPr/>
          <p:nvPr/>
        </p:nvSpPr>
        <p:spPr>
          <a:xfrm>
            <a:off x="667028" y="511869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Agenda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3808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	 Agenda </a:t>
            </a:r>
            <a:r>
              <a:rPr lang="en-US" sz="2400" b="1" strike="noStrike" spc="-1" dirty="0">
                <a:solidFill>
                  <a:schemeClr val="dk1"/>
                </a:solidFill>
                <a:latin typeface="Times New Roman"/>
              </a:rPr>
              <a:t>(</a:t>
            </a:r>
            <a:r>
              <a:rPr lang="en-US" sz="2400" b="1" spc="-1" dirty="0">
                <a:solidFill>
                  <a:schemeClr val="dk1"/>
                </a:solidFill>
                <a:latin typeface="Times New Roman"/>
              </a:rPr>
              <a:t>c</a:t>
            </a:r>
            <a:r>
              <a:rPr lang="en-US" sz="2400" b="1" strike="noStrike" spc="-1" dirty="0">
                <a:solidFill>
                  <a:schemeClr val="dk1"/>
                </a:solidFill>
                <a:latin typeface="Times New Roman"/>
              </a:rPr>
              <a:t>ont’d)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F47D53-0A2F-4D1D-8EC3-BA3F6E6C7A0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57199" y="1873799"/>
            <a:ext cx="4932947" cy="407461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System Sequence Diagram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Activity Diagram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ER Diagram</a:t>
            </a: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spc="-1" dirty="0">
                <a:solidFill>
                  <a:schemeClr val="dk1"/>
                </a:solidFill>
                <a:latin typeface="Times New Roman"/>
              </a:rPr>
              <a:t>Architecture Diagram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Package Diagram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Deployment Diagram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Schedule &amp; Gantt Chart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Iteration Details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3000" b="0" strike="noStrike" spc="-1" dirty="0">
                <a:solidFill>
                  <a:schemeClr val="dk1"/>
                </a:solidFill>
                <a:latin typeface="Times New Roman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-261257" y="137160"/>
            <a:ext cx="7989754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Brief Introduction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228600" y="1360714"/>
            <a:ext cx="8654143" cy="5360126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32000" indent="-324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Inteli</a:t>
            </a: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-Rehab is a smart wearable rehabilitation platform combining sensor-based movement tracking, EMG muscle analysis, and 3D digital twin visualization.</a:t>
            </a:r>
          </a:p>
          <a:p>
            <a:pPr marL="432000" indent="-324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Wearable armband with dual IMU and dual-channel EMG sensors on a BLE-enabled ESP32 microcontroller.</a:t>
            </a:r>
          </a:p>
          <a:p>
            <a:pPr marL="432000" indent="-324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 mobile app for sensor connectivity, guided exercise sessions, and real-time Digital Twin visualization.</a:t>
            </a:r>
          </a:p>
          <a:p>
            <a:pPr marL="432000" indent="-324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analysis detects abnormal movement, compensatory behavior, and early fatigue, delivering real-time corrective feedback.</a:t>
            </a:r>
          </a:p>
          <a:p>
            <a:pPr marL="432000" indent="-324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lets physiotherapists monitor progress remotely and lets clinics manage physiotherapist accounts.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sldNum" idx="3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F229CE-9457-4C2D-B91D-36B90B89E1F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28379"/>
            <a:ext cx="8686800" cy="1020762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9141"/>
            <a:ext cx="8229600" cy="5323802"/>
          </a:xfrm>
        </p:spPr>
        <p:txBody>
          <a:bodyPr>
            <a:no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000" b="1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Scope: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prototype with dual IMU, dual-channel EMG, and BLE connectivity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mobile app for device connection, calibration, and exercise management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Joint angle &amp; Range of Motion (ROM) computation using sensor fusion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EMG processing for muscle activity and fatigue monitoring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3D digital twin with movement and posture feedback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416675"/>
            <a:ext cx="21336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355997"/>
            <a:ext cx="79225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Scope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(cont’d)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560" y="1416960"/>
            <a:ext cx="8228880" cy="4982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</a:pPr>
            <a:r>
              <a:rPr lang="en-US" sz="30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Scope:</a:t>
            </a:r>
          </a:p>
          <a:p>
            <a:pPr marL="343080" indent="-343080" algn="just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abnormal movement and fatigue detection Gamification (repetition counting, scoring, badges, achievements)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lang="en-PK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for authentication, cloud storage, and data synchronization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dashboards for physiotherapists and clinic administration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r>
              <a:rPr lang="en-P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Upper-limb rehabilitation under physiotherapist supervision</a:t>
            </a:r>
            <a:endParaRPr lang="en-US" sz="26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304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2990520" y="5541120"/>
            <a:ext cx="81756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4EDD0E60-4D14-49B9-BA66-DD6C90E474D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-87086" y="464451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(cont’d)</a:t>
            </a:r>
            <a:endParaRPr lang="en-US" sz="24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828800"/>
            <a:ext cx="8228880" cy="466997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</a:pPr>
            <a:r>
              <a:rPr lang="en-US" sz="4300" b="1" strike="noStrike" spc="-1" dirty="0">
                <a:solidFill>
                  <a:schemeClr val="dk1"/>
                </a:solidFill>
                <a:latin typeface="Times New Roman"/>
              </a:rPr>
              <a:t>Out of Scope: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video-based pose estimation systems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diagnostic capabilities beyond exercise guidance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hospital electronic medical record (EMR) systems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Physics-based biomechanical force simulations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K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prescriptions or replacement of professional clinical diagnosis</a:t>
            </a:r>
          </a:p>
          <a:p>
            <a:pPr marL="343080" indent="-343080" defTabSz="91440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"/>
              <a:buChar char="•"/>
            </a:pP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77D19C-F31C-4B1B-B805-8AA410C2DCD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6175" y="286351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</a:t>
            </a: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 of 4)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507796"/>
              </p:ext>
            </p:extLst>
          </p:nvPr>
        </p:nvGraphicFramePr>
        <p:xfrm>
          <a:off x="411480" y="1039529"/>
          <a:ext cx="8321040" cy="553212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Patient Registration &amp; Login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allow patients to register and log in under an assigned physiotherapist and clinic.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Role-Based Authentication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authenticate physiotherapists and clinic admins and grant access according to role.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Patient Rehabilitation Profile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store and manage patient rehabilitation profiles and medical information.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Rehabilitation Exercise Database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maintain a database of exercises with instructions and clinical guidelines.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Personalized Exercise Plan Management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let physiotherapists create and manage personalized rehabilitation plans.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31041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</a:t>
            </a: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 of 4)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802597"/>
              </p:ext>
            </p:extLst>
          </p:nvPr>
        </p:nvGraphicFramePr>
        <p:xfrm>
          <a:off x="335279" y="1287779"/>
          <a:ext cx="8525690" cy="5400781"/>
        </p:xfrm>
        <a:graphic>
          <a:graphicData uri="http://schemas.openxmlformats.org/drawingml/2006/table">
            <a:tbl>
              <a:tblPr/>
              <a:tblGrid>
                <a:gridCol w="1077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92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785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73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Exercise Plan Version Management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maintain version history of every rehabilitation exercise plan modification.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849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Wearable Device Connectivity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establish and maintain BLE communication with the wearable rehabilitation device.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8849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Sensor Data Acquisition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continuously collect IMU and EMG data and auto-reconnect after disconnection.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73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FR-09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Sensor Calibration &amp; Motion Processing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guide biometric calibration and estimate joint angles from sensor data.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8849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Rehabilitation Monitoring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monitor joint angles, repetitions, and ROM in real time during exercises.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1796" y="35372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</a:t>
            </a: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(3 of 4)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270158"/>
              </p:ext>
            </p:extLst>
          </p:nvPr>
        </p:nvGraphicFramePr>
        <p:xfrm>
          <a:off x="411480" y="1463040"/>
          <a:ext cx="8321040" cy="487680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137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3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Progress Monitoring &amp; Reporting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maintain rehabilitation history and generate patient progress reports.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3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Digital Twin Visualization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render a real-time 3D digital twin of the patient's arm movement.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3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 Movement Assessment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use AI to detect abnormal movement patterns and compensations.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13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Corrective Feedback System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provide real-time visual and voice corrective feedback to patients.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9133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Fatigue Monitoring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monitor EMG-based muscle fatigue and issue progressive safety alerts.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0966" y="36140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 </a:t>
            </a:r>
            <a:r>
              <a:rPr lang="en-US" sz="2000" b="1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(4 of 4)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399608"/>
              </p:ext>
            </p:extLst>
          </p:nvPr>
        </p:nvGraphicFramePr>
        <p:xfrm>
          <a:off x="487680" y="1338942"/>
          <a:ext cx="8321040" cy="43434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Physiotherapist Dashboard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provide a dashboard for monitoring patient adherence and rehabilitation progress.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Rehabilitation Plan Management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let physiotherapists prescribe, adjust, and review patient treatment plans.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Clinic Administration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provide a panel for managing physiotherapist accounts within a clinic.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FR-19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Cloud Synchronization &amp; Notifications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system shall sync rehabilitation data to the cloud and notify physiotherapists of key events.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Intuitive mobile and web interface; patient starts a session within 3 interactions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 visual indicators and color-coded feedback for exercise status and Digital Twin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visual and voice guidance during exercises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Physiotherapist dashboard shows easy-to-understand charts and reports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</a:t>
            </a:r>
            <a:r>
              <a:rPr lang="en-US" sz="32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Requirments</a:t>
            </a: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BLE connection established with the wearable within 5 seconds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module detects incorrect posture and abnormalities within 3 second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loads patient history within 3 seconds for up to 100 sessions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responds to standard API requests within 2 seconds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 &amp; Availability: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system availability during normal operation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 BLE reconnection without terminating the rehabilitation session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 data stored reliably to prevent loss during failures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Role-Based Access Control for Patient, Physiotherapist, and Clinic Admin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passwords securely hashed before storage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additional clinics, physiotherapists, and patients without major changes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 database uses optimized indexing for growing rehabilitation records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concurrent rehabilitation sessions without performance degradation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 supports future wearable sensors and rehabilitation modules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Modular architecture allows independent updates to each system layer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unit and integration testing for verification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Git-based version control ensures traceability of updates and fixes</a:t>
            </a:r>
            <a:endParaRPr lang="en-US"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 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(cont’d)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Portability Requirements: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application supports Android 10 (API 29) or later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dashboard compatible with Chrome, Edge, Firefox, and Safari</a:t>
            </a:r>
            <a:endParaRPr lang="en-US" sz="2600" dirty="0"/>
          </a:p>
          <a:p>
            <a:pPr marL="609600" lvl="1" indent="-304800">
              <a:lnSpc>
                <a:spcPct val="115000"/>
              </a:lnSpc>
              <a:spcAft>
                <a:spcPts val="1400"/>
              </a:spcAft>
              <a:buSzPct val="100000"/>
              <a:buChar char="–"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services support deployment on Windows and Linux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9135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Goals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712268" y="1491344"/>
            <a:ext cx="7928811" cy="486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rehabilitation progress accurately using wearable sensors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Receive real-time corrective feedback during exercises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 manual effort in monitoring patient recovery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Visualize movement quality through an interactive Digital Twin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Stay motivated through gamified progress tracking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 physiotherapists to remotely monitor and adjust treatment plans</a:t>
            </a:r>
            <a:endParaRPr lang="en-US" sz="2000" dirty="0"/>
          </a:p>
          <a:p>
            <a:pPr marL="228600" indent="-228600" algn="just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Streamline clinic management of physiotherapist accounts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-91554" y="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 dirty="0">
                <a:solidFill>
                  <a:schemeClr val="dk1"/>
                </a:solidFill>
                <a:latin typeface="Times New Roman"/>
              </a:rPr>
              <a:t>      </a:t>
            </a: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Use Cases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4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14831C-E4FC-404B-8B36-7518F47A958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543827" y="1291680"/>
            <a:ext cx="8228880" cy="491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UC-1: Register/Login</a:t>
            </a: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UC-2: Select Clinic</a:t>
            </a: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UC-3: Select Physiotherapist</a:t>
            </a: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UC-4: Connect Wearable Device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UC-5: </a:t>
            </a:r>
            <a:r>
              <a:rPr lang="en-US" sz="2400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Calibrate Sensors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UC-6: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Assigned Exercise Plan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UC-7: Start Rehabilitation Session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UC-8: Perform Exercise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UC-9: View Live Digital Twin</a:t>
            </a: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UC-10: Receive Real-Time Feedback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-87085" y="16146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 dirty="0">
                <a:solidFill>
                  <a:schemeClr val="dk1"/>
                </a:solidFill>
                <a:latin typeface="Times New Roman"/>
              </a:rPr>
              <a:t>      </a:t>
            </a: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Use Cases </a:t>
            </a:r>
            <a:r>
              <a:rPr lang="en-US" sz="2400" b="1" strike="noStrike" spc="-1" dirty="0">
                <a:solidFill>
                  <a:schemeClr val="dk1"/>
                </a:solidFill>
                <a:latin typeface="Times New Roman"/>
              </a:rPr>
              <a:t>(cont’d)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4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220C65-5B4F-4A6B-932A-4C3889B0E32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342900" indent="-34290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UC-11: View Progress</a:t>
            </a: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UC-12: Manage Exercise Database</a:t>
            </a: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UC-13: Assign Exercise Sessions</a:t>
            </a: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strike="noStrike" spc="-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UC-14: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ROM Targets </a:t>
            </a: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UC-15: Review Session History </a:t>
            </a: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UC-16: Modify Exercise Plan </a:t>
            </a: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UC-17: Add Physiotherapist</a:t>
            </a:r>
            <a:endParaRPr lang="en-US" sz="240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UC-18: Remove Physiotherapist</a:t>
            </a:r>
            <a:endParaRPr lang="en-US" sz="2400" strike="noStrike" spc="-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UC-19: Manage Physiotherapist Accounts</a:t>
            </a:r>
            <a:endParaRPr lang="en-P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-196062" y="-86366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Use Case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5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F697AA-C496-4772-AA81-7FDA5A5927F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6B91F0-86C6-9E55-2F9B-3BA5C5BBA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669" y="1175657"/>
            <a:ext cx="4598274" cy="5545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0" y="96231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Class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ldNum" idx="5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D4CAD3-C22C-4F80-9862-8D39643B58D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3E2A0-F69B-AE8D-347F-02DFA43B77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04" y="744419"/>
            <a:ext cx="7668148" cy="60173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-140066" y="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System Sequence </a:t>
            </a:r>
            <a:r>
              <a:rPr lang="en-US" sz="2900" b="1" strike="noStrike" spc="-1" dirty="0">
                <a:solidFill>
                  <a:schemeClr val="dk1"/>
                </a:solidFill>
                <a:latin typeface="Times New Roman"/>
              </a:rPr>
              <a:t>(Patient </a:t>
            </a:r>
            <a:r>
              <a:rPr lang="en-US" sz="2900" b="1" spc="-1" dirty="0">
                <a:solidFill>
                  <a:schemeClr val="dk1"/>
                </a:solidFill>
                <a:latin typeface="Times New Roman"/>
              </a:rPr>
              <a:t>Sign Up</a:t>
            </a:r>
            <a:r>
              <a:rPr lang="en-US" sz="2900" b="1" strike="noStrike" spc="-1" dirty="0">
                <a:solidFill>
                  <a:schemeClr val="dk1"/>
                </a:solidFill>
                <a:latin typeface="Times New Roman"/>
              </a:rPr>
              <a:t>)</a:t>
            </a:r>
            <a:endParaRPr lang="en-US" sz="2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Num" idx="5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A64A82-28E3-4796-AADE-8666360269D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55D39-B23C-A5E2-3DA7-C2350F664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438" y="943276"/>
            <a:ext cx="3592237" cy="591472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-453764" y="-251820"/>
            <a:ext cx="9329631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System Sequence </a:t>
            </a:r>
            <a:r>
              <a:rPr lang="en-US" sz="2600" b="1" strike="noStrike" spc="-1" dirty="0">
                <a:solidFill>
                  <a:schemeClr val="dk1"/>
                </a:solidFill>
                <a:latin typeface="Times New Roman"/>
              </a:rPr>
              <a:t>(Rehabilitation Session)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5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20DAAA-2A39-46AD-A886-DC29B0F7638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B3B4BD-037D-D202-2923-D37C96021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033" y="558800"/>
            <a:ext cx="2788833" cy="6299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0" y="69783"/>
            <a:ext cx="8845616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000" b="1" strike="noStrike" spc="-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System Sequence </a:t>
            </a:r>
            <a:r>
              <a:rPr lang="en-US" sz="2700" b="1" strike="noStrike" spc="-1" dirty="0">
                <a:solidFill>
                  <a:schemeClr val="dk1"/>
                </a:solidFill>
                <a:latin typeface="Times New Roman"/>
              </a:rPr>
              <a:t>(Physiotherapist </a:t>
            </a:r>
            <a:r>
              <a:rPr lang="en-PK" sz="27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Exercise </a:t>
            </a:r>
            <a:r>
              <a:rPr lang="en-US" sz="27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	      </a:t>
            </a:r>
            <a:r>
              <a:rPr lang="en-PK" sz="27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Management</a:t>
            </a:r>
            <a:r>
              <a:rPr lang="en-US" sz="2700" b="1" strike="noStrike" spc="-1" dirty="0">
                <a:solidFill>
                  <a:schemeClr val="dk1"/>
                </a:solidFill>
                <a:latin typeface="Times New Roman"/>
              </a:rPr>
              <a:t>)</a:t>
            </a:r>
            <a:endParaRPr lang="en-US" sz="2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5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99616B-07A8-4FD1-BF90-B7A542DF1F3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FA1C2E-E9BF-1318-7B9A-2126FC4D6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31" y="818146"/>
            <a:ext cx="3283566" cy="603985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-303712" y="-146233"/>
            <a:ext cx="9295312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</a:t>
            </a:r>
            <a:r>
              <a:rPr lang="en-US" sz="3600" b="1" strike="noStrike" spc="-1" dirty="0">
                <a:solidFill>
                  <a:schemeClr val="dk1"/>
                </a:solidFill>
                <a:latin typeface="Times New Roman"/>
              </a:rPr>
              <a:t>System Sequence </a:t>
            </a:r>
            <a:r>
              <a:rPr lang="en-US" sz="2400" b="1" strike="noStrike" spc="-1" dirty="0">
                <a:solidFill>
                  <a:schemeClr val="dk1"/>
                </a:solidFill>
                <a:latin typeface="Times New Roman"/>
              </a:rPr>
              <a:t>(</a:t>
            </a:r>
            <a:r>
              <a:rPr lang="en-US" sz="2400" b="1" spc="-1" dirty="0">
                <a:solidFill>
                  <a:schemeClr val="dk1"/>
                </a:solidFill>
                <a:latin typeface="Times New Roman"/>
              </a:rPr>
              <a:t>Clinic Administrator Management</a:t>
            </a:r>
            <a:r>
              <a:rPr lang="en-US" sz="2400" b="1" strike="noStrike" spc="-1" dirty="0">
                <a:solidFill>
                  <a:schemeClr val="dk1"/>
                </a:solidFill>
                <a:latin typeface="Times New Roman"/>
              </a:rPr>
              <a:t>)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ldNum" idx="5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39BC4B8-7C35-41D4-BC3B-52A72326504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E79114-3A1C-D76A-80D4-8492D91A6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733" y="884121"/>
            <a:ext cx="3970867" cy="59738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-545615" y="-12809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</a:t>
            </a:r>
            <a:r>
              <a:rPr lang="en-US" sz="3200" b="1" strike="noStrike" spc="-1" dirty="0">
                <a:solidFill>
                  <a:schemeClr val="dk1"/>
                </a:solidFill>
                <a:latin typeface="Times New Roman"/>
              </a:rPr>
              <a:t>System Sequence </a:t>
            </a:r>
            <a:r>
              <a:rPr lang="en-US" sz="2600" b="1" strike="noStrike" spc="-1" dirty="0">
                <a:solidFill>
                  <a:schemeClr val="dk1"/>
                </a:solidFill>
                <a:latin typeface="Times New Roman"/>
              </a:rPr>
              <a:t>(Review Session History)</a:t>
            </a:r>
            <a:endParaRPr lang="en-US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ldNum" idx="6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65E3BA-6EB5-4C70-A667-8C6D1E61611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26D6AF-028B-60E2-0114-5E93B2D6C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921" y="798049"/>
            <a:ext cx="3699812" cy="605995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-210790" y="2001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ER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6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0D292F-2C56-42FA-8F8C-D8474840FAE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29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5FF235-239D-5A9E-CC7E-C00CF545A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082" y="221756"/>
            <a:ext cx="4408708" cy="6499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-157002" y="-138833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Architecture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Num" idx="6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52DD2A-DD6D-42BE-B33B-709758011C2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30AA15-1767-CDD8-0ED9-04D2A6BECA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6792" y="1342984"/>
            <a:ext cx="8562174" cy="446998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Package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ldNum" idx="6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80E4CD-30CA-483A-80EF-B38B1B99F2C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83176-0666-E6D4-2867-68F070358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018089"/>
            <a:ext cx="8024883" cy="583627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-167760" y="-89716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Deployment Diagram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6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AFE9B4-D34D-4EFD-9CF0-FE69B0190E5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A152F2-5349-1B76-ABDA-763B54AB0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3333" y="866274"/>
            <a:ext cx="8857333" cy="599172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-302513" y="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1"/>
                </a:solidFill>
                <a:latin typeface="Times New Roman"/>
              </a:rPr>
              <a:t>       Gantt Chart</a:t>
            </a:r>
            <a:endParaRPr lang="en-US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ldNum" idx="6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9BE49D-1935-41FB-A67F-C03C0C41FF3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rPr>
              <a:t>33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B86B42-0825-C3F9-AB0F-9D2C54D48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5402"/>
            <a:ext cx="9144000" cy="43837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 of 1st Iteration (30%)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059896"/>
              </p:ext>
            </p:extLst>
          </p:nvPr>
        </p:nvGraphicFramePr>
        <p:xfrm>
          <a:off x="457200" y="1234440"/>
          <a:ext cx="8229600" cy="4511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 Tasks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 Phase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 Analysis &amp; Review, SRS Document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Phase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Architecture Design, SDD (Design Document)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Development Setup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Flutter + Supabase environment setup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998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Module Development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Patient / Physiotherapist / Clinic UI with authentication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Wearable armband hardware prototype (ESP32 + IMU + EMG)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Milestone Deliverable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 Report + Presentation (10 Dec 2025)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71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 of 2nd Iteration (60%)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52980"/>
              </p:ext>
            </p:extLst>
          </p:nvPr>
        </p:nvGraphicFramePr>
        <p:xfrm>
          <a:off x="457200" y="1234440"/>
          <a:ext cx="8229600" cy="4023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Planned Tasks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Advanced Feature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 BLE wearable connectivity and sensor calibration pipeline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Modules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Sensor Fusion Engine (joint angle &amp; ROM)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EMG Signal Processor (activation &amp; fatigue)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 Inference Engine (anomaly + fatigue detection)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342900" indent="-342900" algn="just">
                        <a:buSzPct val="100000"/>
                        <a:buChar char="•"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3D Digital Twin Renderer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Milestone Deliverable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60% Report + Presentation (5 May 2026)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Completed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7803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Details of 3rd Iteration (100%)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267516"/>
              </p:ext>
            </p:extLst>
          </p:nvPr>
        </p:nvGraphicFramePr>
        <p:xfrm>
          <a:off x="457200" y="1051560"/>
          <a:ext cx="8229600" cy="5120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 Task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Acquire rigged 3D limb model; bind live joint-angle stream to it inside the app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App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 real BLE connectivity; complete calibration, session, and feedback flow end-to-end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Movement / Fatigue Engine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Ship rule-based thresholds as the primary path; revisit trained models only with spare time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 off breadboard into an enclosure/strap; soak-test for reliability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Portal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 remaining gaps; connect to live session and alert data as the app produces it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Finalize report against the approved template; reconcile with SRS/SDD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 Deliverable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Report + Final Presentation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Planned</a:t>
                      </a:r>
                      <a:endParaRPr lang="en-US" sz="1800" dirty="0">
                        <a:latin typeface="Times New Roman" panose="02020603050405020304" pitchFamily="18" charset="0"/>
                        <a:ea typeface="Times New Roman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4261" y="962526"/>
            <a:ext cx="8422105" cy="422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Inteli-Rehab addresses the critical need for accessible, sensor-based rehabilitation monitoring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Combines wearable IMU/EMG sensing with AI-powered movement and fatigue analysis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Digital Twin visualization improves patient engagement and movement correction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Modular, layered edge-cloud architecture ensures scalability and maintainability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Physiotherapist and clinic dashboards support informed, remote clinical decisions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Represents significant innovation in accessible, gamified rehabilitation technology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Foundation for future expansion into broader musculoskeletal rehabilitation care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577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2312</TotalTime>
  <Words>1583</Words>
  <Application>Microsoft Office PowerPoint</Application>
  <PresentationFormat>On-screen Show (4:3)</PresentationFormat>
  <Paragraphs>325</Paragraphs>
  <Slides>37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 INTELI-REHAB A Smart Wearable Rehabilitation System </vt:lpstr>
      <vt:lpstr> </vt:lpstr>
      <vt:lpstr>  Agenda (cont’d)</vt:lpstr>
      <vt:lpstr>       Brief Introduction</vt:lpstr>
      <vt:lpstr>Scope</vt:lpstr>
      <vt:lpstr>      Scope (cont’d)</vt:lpstr>
      <vt:lpstr>      Scope (cont’d)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Use Cases</vt:lpstr>
      <vt:lpstr>      Use Cases (cont’d)</vt:lpstr>
      <vt:lpstr>       Use Case Diagram</vt:lpstr>
      <vt:lpstr>       Class Diagram</vt:lpstr>
      <vt:lpstr>       System Sequence (Patient Sign Up)</vt:lpstr>
      <vt:lpstr>       System Sequence (Rehabilitation Session)</vt:lpstr>
      <vt:lpstr>  System Sequence (Physiotherapist Exercise                    Management)</vt:lpstr>
      <vt:lpstr>       System Sequence (Clinic Administrator Management)</vt:lpstr>
      <vt:lpstr>       System Sequence (Review Session History)</vt:lpstr>
      <vt:lpstr>       ER Diagram</vt:lpstr>
      <vt:lpstr>       Architecture Diagram</vt:lpstr>
      <vt:lpstr>       Package Diagram</vt:lpstr>
      <vt:lpstr>       Deployment Diagram</vt:lpstr>
      <vt:lpstr>       Gantt Chart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</dc:title>
  <dc:subject/>
  <dc:creator>USER</dc:creator>
  <dc:description/>
  <cp:lastModifiedBy>Tehreem Zaheer</cp:lastModifiedBy>
  <cp:revision>36</cp:revision>
  <dcterms:created xsi:type="dcterms:W3CDTF">2013-09-23T09:08:15Z</dcterms:created>
  <dcterms:modified xsi:type="dcterms:W3CDTF">2026-10-05T20:01:38Z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33</vt:i4>
  </property>
</Properties>
</file>